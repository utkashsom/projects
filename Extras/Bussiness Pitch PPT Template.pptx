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Helios" panose="020B0604020202020204" charset="0"/>
      <p:regular r:id="rId22"/>
    </p:embeddedFont>
    <p:embeddedFont>
      <p:font typeface="Helios Bold" panose="020B0604020202020204" charset="0"/>
      <p:regular r:id="rId23"/>
    </p:embeddedFont>
    <p:embeddedFont>
      <p:font typeface="Helios Italics" panose="020B0604020202020204" charset="0"/>
      <p:regular r:id="rId24"/>
    </p:embeddedFont>
    <p:embeddedFont>
      <p:font typeface="TT Hoves 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30" y="10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3" Type="http://schemas.openxmlformats.org/officeDocument/2006/relationships/image" Target="../media/image41.svg"/><Relationship Id="rId18" Type="http://schemas.openxmlformats.org/officeDocument/2006/relationships/image" Target="../media/image46.png"/><Relationship Id="rId26" Type="http://schemas.openxmlformats.org/officeDocument/2006/relationships/image" Target="../media/image54.png"/><Relationship Id="rId39" Type="http://schemas.openxmlformats.org/officeDocument/2006/relationships/image" Target="../media/image67.svg"/><Relationship Id="rId21" Type="http://schemas.openxmlformats.org/officeDocument/2006/relationships/image" Target="../media/image49.svg"/><Relationship Id="rId34" Type="http://schemas.openxmlformats.org/officeDocument/2006/relationships/image" Target="../media/image62.png"/><Relationship Id="rId42" Type="http://schemas.openxmlformats.org/officeDocument/2006/relationships/image" Target="../media/image70.png"/><Relationship Id="rId47" Type="http://schemas.openxmlformats.org/officeDocument/2006/relationships/image" Target="../media/image75.svg"/><Relationship Id="rId50" Type="http://schemas.openxmlformats.org/officeDocument/2006/relationships/image" Target="../media/image78.png"/><Relationship Id="rId7" Type="http://schemas.openxmlformats.org/officeDocument/2006/relationships/image" Target="../media/image35.svg"/><Relationship Id="rId2" Type="http://schemas.openxmlformats.org/officeDocument/2006/relationships/image" Target="../media/image30.png"/><Relationship Id="rId16" Type="http://schemas.openxmlformats.org/officeDocument/2006/relationships/image" Target="../media/image44.png"/><Relationship Id="rId29" Type="http://schemas.openxmlformats.org/officeDocument/2006/relationships/image" Target="../media/image57.svg"/><Relationship Id="rId11" Type="http://schemas.openxmlformats.org/officeDocument/2006/relationships/image" Target="../media/image39.svg"/><Relationship Id="rId24" Type="http://schemas.openxmlformats.org/officeDocument/2006/relationships/image" Target="../media/image52.png"/><Relationship Id="rId32" Type="http://schemas.openxmlformats.org/officeDocument/2006/relationships/image" Target="../media/image60.png"/><Relationship Id="rId37" Type="http://schemas.openxmlformats.org/officeDocument/2006/relationships/image" Target="../media/image65.svg"/><Relationship Id="rId40" Type="http://schemas.openxmlformats.org/officeDocument/2006/relationships/image" Target="../media/image68.png"/><Relationship Id="rId45" Type="http://schemas.openxmlformats.org/officeDocument/2006/relationships/image" Target="../media/image73.svg"/><Relationship Id="rId5" Type="http://schemas.openxmlformats.org/officeDocument/2006/relationships/image" Target="../media/image33.svg"/><Relationship Id="rId15" Type="http://schemas.openxmlformats.org/officeDocument/2006/relationships/image" Target="../media/image43.svg"/><Relationship Id="rId23" Type="http://schemas.openxmlformats.org/officeDocument/2006/relationships/image" Target="../media/image51.svg"/><Relationship Id="rId28" Type="http://schemas.openxmlformats.org/officeDocument/2006/relationships/image" Target="../media/image56.png"/><Relationship Id="rId36" Type="http://schemas.openxmlformats.org/officeDocument/2006/relationships/image" Target="../media/image64.png"/><Relationship Id="rId49" Type="http://schemas.openxmlformats.org/officeDocument/2006/relationships/image" Target="../media/image77.svg"/><Relationship Id="rId10" Type="http://schemas.openxmlformats.org/officeDocument/2006/relationships/image" Target="../media/image38.png"/><Relationship Id="rId19" Type="http://schemas.openxmlformats.org/officeDocument/2006/relationships/image" Target="../media/image47.svg"/><Relationship Id="rId31" Type="http://schemas.openxmlformats.org/officeDocument/2006/relationships/image" Target="../media/image59.svg"/><Relationship Id="rId44" Type="http://schemas.openxmlformats.org/officeDocument/2006/relationships/image" Target="../media/image72.png"/><Relationship Id="rId4" Type="http://schemas.openxmlformats.org/officeDocument/2006/relationships/image" Target="../media/image32.png"/><Relationship Id="rId9" Type="http://schemas.openxmlformats.org/officeDocument/2006/relationships/image" Target="../media/image37.sv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svg"/><Relationship Id="rId30" Type="http://schemas.openxmlformats.org/officeDocument/2006/relationships/image" Target="../media/image58.png"/><Relationship Id="rId35" Type="http://schemas.openxmlformats.org/officeDocument/2006/relationships/image" Target="../media/image63.svg"/><Relationship Id="rId43" Type="http://schemas.openxmlformats.org/officeDocument/2006/relationships/image" Target="../media/image71.svg"/><Relationship Id="rId48" Type="http://schemas.openxmlformats.org/officeDocument/2006/relationships/image" Target="../media/image76.png"/><Relationship Id="rId8" Type="http://schemas.openxmlformats.org/officeDocument/2006/relationships/image" Target="../media/image36.png"/><Relationship Id="rId51" Type="http://schemas.openxmlformats.org/officeDocument/2006/relationships/image" Target="../media/image79.svg"/><Relationship Id="rId3" Type="http://schemas.openxmlformats.org/officeDocument/2006/relationships/image" Target="../media/image31.svg"/><Relationship Id="rId12" Type="http://schemas.openxmlformats.org/officeDocument/2006/relationships/image" Target="../media/image40.png"/><Relationship Id="rId17" Type="http://schemas.openxmlformats.org/officeDocument/2006/relationships/image" Target="../media/image45.svg"/><Relationship Id="rId25" Type="http://schemas.openxmlformats.org/officeDocument/2006/relationships/image" Target="../media/image53.svg"/><Relationship Id="rId33" Type="http://schemas.openxmlformats.org/officeDocument/2006/relationships/image" Target="../media/image61.svg"/><Relationship Id="rId38" Type="http://schemas.openxmlformats.org/officeDocument/2006/relationships/image" Target="../media/image66.png"/><Relationship Id="rId46" Type="http://schemas.openxmlformats.org/officeDocument/2006/relationships/image" Target="../media/image74.png"/><Relationship Id="rId20" Type="http://schemas.openxmlformats.org/officeDocument/2006/relationships/image" Target="../media/image48.png"/><Relationship Id="rId41" Type="http://schemas.openxmlformats.org/officeDocument/2006/relationships/image" Target="../media/image69.svg"/><Relationship Id="rId1" Type="http://schemas.openxmlformats.org/officeDocument/2006/relationships/slideLayout" Target="../slideLayouts/slideLayout7.xml"/><Relationship Id="rId6"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10.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7.xml"/><Relationship Id="rId4" Type="http://schemas.openxmlformats.org/officeDocument/2006/relationships/slide" Target="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7708610" y="-412494"/>
            <a:ext cx="18562305" cy="8555165"/>
            <a:chOff x="0" y="0"/>
            <a:chExt cx="406400" cy="187305"/>
          </a:xfrm>
        </p:grpSpPr>
        <p:sp>
          <p:nvSpPr>
            <p:cNvPr id="3" name="Freeform 3"/>
            <p:cNvSpPr/>
            <p:nvPr/>
          </p:nvSpPr>
          <p:spPr>
            <a:xfrm>
              <a:off x="0" y="0"/>
              <a:ext cx="406400" cy="187305"/>
            </a:xfrm>
            <a:custGeom>
              <a:avLst/>
              <a:gdLst/>
              <a:ahLst/>
              <a:cxnLst/>
              <a:rect l="l" t="t" r="r" b="b"/>
              <a:pathLst>
                <a:path w="406400" h="187305">
                  <a:moveTo>
                    <a:pt x="203200" y="0"/>
                  </a:moveTo>
                  <a:lnTo>
                    <a:pt x="203200" y="0"/>
                  </a:lnTo>
                  <a:lnTo>
                    <a:pt x="406400" y="187305"/>
                  </a:lnTo>
                  <a:lnTo>
                    <a:pt x="0" y="187305"/>
                  </a:lnTo>
                  <a:lnTo>
                    <a:pt x="203200" y="0"/>
                  </a:lnTo>
                  <a:close/>
                </a:path>
              </a:pathLst>
            </a:custGeom>
            <a:solidFill>
              <a:srgbClr val="A20E20"/>
            </a:solidFill>
          </p:spPr>
          <p:txBody>
            <a:bodyPr/>
            <a:lstStyle/>
            <a:p>
              <a:endParaRPr lang="en-IN"/>
            </a:p>
          </p:txBody>
        </p:sp>
        <p:sp>
          <p:nvSpPr>
            <p:cNvPr id="4" name="TextBox 4"/>
            <p:cNvSpPr txBox="1"/>
            <p:nvPr/>
          </p:nvSpPr>
          <p:spPr>
            <a:xfrm>
              <a:off x="127000" y="-38100"/>
              <a:ext cx="152400" cy="225405"/>
            </a:xfrm>
            <a:prstGeom prst="rect">
              <a:avLst/>
            </a:prstGeom>
          </p:spPr>
          <p:txBody>
            <a:bodyPr lIns="50800" tIns="50800" rIns="50800" bIns="50800" rtlCol="0" anchor="ctr"/>
            <a:lstStyle/>
            <a:p>
              <a:pPr algn="ctr">
                <a:lnSpc>
                  <a:spcPts val="2100"/>
                </a:lnSpc>
              </a:pPr>
              <a:endParaRPr/>
            </a:p>
          </p:txBody>
        </p:sp>
      </p:grpSp>
      <p:grpSp>
        <p:nvGrpSpPr>
          <p:cNvPr id="5" name="Group 5"/>
          <p:cNvGrpSpPr>
            <a:grpSpLocks noChangeAspect="1"/>
          </p:cNvGrpSpPr>
          <p:nvPr/>
        </p:nvGrpSpPr>
        <p:grpSpPr>
          <a:xfrm>
            <a:off x="9144000" y="2051466"/>
            <a:ext cx="12503082" cy="10287000"/>
            <a:chOff x="0" y="0"/>
            <a:chExt cx="6184570" cy="5088399"/>
          </a:xfrm>
        </p:grpSpPr>
        <p:sp>
          <p:nvSpPr>
            <p:cNvPr id="6" name="Freeform 6"/>
            <p:cNvSpPr/>
            <p:nvPr/>
          </p:nvSpPr>
          <p:spPr>
            <a:xfrm>
              <a:off x="0" y="0"/>
              <a:ext cx="6184570" cy="5088399"/>
            </a:xfrm>
            <a:custGeom>
              <a:avLst/>
              <a:gdLst/>
              <a:ahLst/>
              <a:cxnLst/>
              <a:rect l="l" t="t" r="r" b="b"/>
              <a:pathLst>
                <a:path w="6184570" h="5088399">
                  <a:moveTo>
                    <a:pt x="3433653" y="2544200"/>
                  </a:moveTo>
                  <a:lnTo>
                    <a:pt x="6184570" y="5088399"/>
                  </a:lnTo>
                  <a:lnTo>
                    <a:pt x="2750917" y="5088399"/>
                  </a:lnTo>
                  <a:lnTo>
                    <a:pt x="0" y="2544200"/>
                  </a:lnTo>
                  <a:lnTo>
                    <a:pt x="2750917" y="0"/>
                  </a:lnTo>
                  <a:lnTo>
                    <a:pt x="6184570" y="0"/>
                  </a:lnTo>
                  <a:lnTo>
                    <a:pt x="3433653" y="2544200"/>
                  </a:lnTo>
                  <a:close/>
                </a:path>
              </a:pathLst>
            </a:custGeom>
            <a:solidFill>
              <a:srgbClr val="FFFFFF"/>
            </a:solidFill>
          </p:spPr>
          <p:txBody>
            <a:bodyPr/>
            <a:lstStyle/>
            <a:p>
              <a:endParaRPr lang="en-IN"/>
            </a:p>
          </p:txBody>
        </p:sp>
        <p:sp>
          <p:nvSpPr>
            <p:cNvPr id="7" name="Freeform 7"/>
            <p:cNvSpPr/>
            <p:nvPr/>
          </p:nvSpPr>
          <p:spPr>
            <a:xfrm>
              <a:off x="0" y="0"/>
              <a:ext cx="6184570" cy="5088399"/>
            </a:xfrm>
            <a:custGeom>
              <a:avLst/>
              <a:gdLst/>
              <a:ahLst/>
              <a:cxnLst/>
              <a:rect l="l" t="t" r="r" b="b"/>
              <a:pathLst>
                <a:path w="6184570" h="5088399">
                  <a:moveTo>
                    <a:pt x="3433653" y="2544200"/>
                  </a:moveTo>
                  <a:lnTo>
                    <a:pt x="6184570" y="5088399"/>
                  </a:lnTo>
                  <a:lnTo>
                    <a:pt x="2750917" y="5088399"/>
                  </a:lnTo>
                  <a:lnTo>
                    <a:pt x="0" y="2544200"/>
                  </a:lnTo>
                  <a:lnTo>
                    <a:pt x="2750917" y="0"/>
                  </a:lnTo>
                  <a:lnTo>
                    <a:pt x="6184570" y="0"/>
                  </a:lnTo>
                  <a:lnTo>
                    <a:pt x="3433653" y="2544200"/>
                  </a:lnTo>
                  <a:close/>
                </a:path>
              </a:pathLst>
            </a:custGeom>
            <a:blipFill>
              <a:blip r:embed="rId2"/>
              <a:stretch>
                <a:fillRect l="-11745" r="-11745"/>
              </a:stretch>
            </a:blipFill>
          </p:spPr>
          <p:txBody>
            <a:bodyPr/>
            <a:lstStyle/>
            <a:p>
              <a:endParaRPr lang="en-IN"/>
            </a:p>
          </p:txBody>
        </p:sp>
      </p:grpSp>
      <p:grpSp>
        <p:nvGrpSpPr>
          <p:cNvPr id="8" name="Group 8"/>
          <p:cNvGrpSpPr/>
          <p:nvPr/>
        </p:nvGrpSpPr>
        <p:grpSpPr>
          <a:xfrm>
            <a:off x="9006848" y="6804594"/>
            <a:ext cx="7555842" cy="3482406"/>
            <a:chOff x="0" y="0"/>
            <a:chExt cx="406400" cy="187305"/>
          </a:xfrm>
        </p:grpSpPr>
        <p:sp>
          <p:nvSpPr>
            <p:cNvPr id="9" name="Freeform 9"/>
            <p:cNvSpPr/>
            <p:nvPr/>
          </p:nvSpPr>
          <p:spPr>
            <a:xfrm>
              <a:off x="0" y="0"/>
              <a:ext cx="406400" cy="187305"/>
            </a:xfrm>
            <a:custGeom>
              <a:avLst/>
              <a:gdLst/>
              <a:ahLst/>
              <a:cxnLst/>
              <a:rect l="l" t="t" r="r" b="b"/>
              <a:pathLst>
                <a:path w="406400" h="187305">
                  <a:moveTo>
                    <a:pt x="203200" y="0"/>
                  </a:moveTo>
                  <a:lnTo>
                    <a:pt x="203200" y="0"/>
                  </a:lnTo>
                  <a:lnTo>
                    <a:pt x="406400" y="187305"/>
                  </a:lnTo>
                  <a:lnTo>
                    <a:pt x="0" y="187305"/>
                  </a:lnTo>
                  <a:lnTo>
                    <a:pt x="203200" y="0"/>
                  </a:lnTo>
                  <a:close/>
                </a:path>
              </a:pathLst>
            </a:custGeom>
            <a:solidFill>
              <a:srgbClr val="E8223B">
                <a:alpha val="80000"/>
              </a:srgbClr>
            </a:solidFill>
          </p:spPr>
          <p:txBody>
            <a:bodyPr/>
            <a:lstStyle/>
            <a:p>
              <a:endParaRPr lang="en-IN"/>
            </a:p>
          </p:txBody>
        </p:sp>
        <p:sp>
          <p:nvSpPr>
            <p:cNvPr id="10" name="TextBox 10"/>
            <p:cNvSpPr txBox="1"/>
            <p:nvPr/>
          </p:nvSpPr>
          <p:spPr>
            <a:xfrm>
              <a:off x="127000" y="-38100"/>
              <a:ext cx="152400" cy="225405"/>
            </a:xfrm>
            <a:prstGeom prst="rect">
              <a:avLst/>
            </a:prstGeom>
          </p:spPr>
          <p:txBody>
            <a:bodyPr lIns="50800" tIns="50800" rIns="50800" bIns="50800" rtlCol="0" anchor="ctr"/>
            <a:lstStyle/>
            <a:p>
              <a:pPr algn="ctr">
                <a:lnSpc>
                  <a:spcPts val="2100"/>
                </a:lnSpc>
              </a:pPr>
              <a:endParaRPr/>
            </a:p>
          </p:txBody>
        </p:sp>
      </p:grpSp>
      <p:grpSp>
        <p:nvGrpSpPr>
          <p:cNvPr id="11" name="Group 11"/>
          <p:cNvGrpSpPr/>
          <p:nvPr/>
        </p:nvGrpSpPr>
        <p:grpSpPr>
          <a:xfrm>
            <a:off x="1028700" y="1005334"/>
            <a:ext cx="4465420" cy="400944"/>
            <a:chOff x="0" y="0"/>
            <a:chExt cx="5953893" cy="534592"/>
          </a:xfrm>
        </p:grpSpPr>
        <p:sp>
          <p:nvSpPr>
            <p:cNvPr id="12" name="Freeform 12"/>
            <p:cNvSpPr/>
            <p:nvPr/>
          </p:nvSpPr>
          <p:spPr>
            <a:xfrm>
              <a:off x="0" y="0"/>
              <a:ext cx="453917" cy="534592"/>
            </a:xfrm>
            <a:custGeom>
              <a:avLst/>
              <a:gdLst/>
              <a:ahLst/>
              <a:cxnLst/>
              <a:rect l="l" t="t" r="r" b="b"/>
              <a:pathLst>
                <a:path w="453917" h="534592">
                  <a:moveTo>
                    <a:pt x="0" y="0"/>
                  </a:moveTo>
                  <a:lnTo>
                    <a:pt x="453917" y="0"/>
                  </a:lnTo>
                  <a:lnTo>
                    <a:pt x="453917" y="534592"/>
                  </a:lnTo>
                  <a:lnTo>
                    <a:pt x="0" y="5345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3" name="TextBox 13"/>
            <p:cNvSpPr txBox="1"/>
            <p:nvPr/>
          </p:nvSpPr>
          <p:spPr>
            <a:xfrm>
              <a:off x="803450" y="9487"/>
              <a:ext cx="5150443" cy="525105"/>
            </a:xfrm>
            <a:prstGeom prst="rect">
              <a:avLst/>
            </a:prstGeom>
          </p:spPr>
          <p:txBody>
            <a:bodyPr lIns="0" tIns="0" rIns="0" bIns="0" rtlCol="0" anchor="t">
              <a:spAutoFit/>
            </a:bodyPr>
            <a:lstStyle/>
            <a:p>
              <a:pPr algn="l">
                <a:lnSpc>
                  <a:spcPts val="3361"/>
                </a:lnSpc>
                <a:spcBef>
                  <a:spcPct val="0"/>
                </a:spcBef>
              </a:pPr>
              <a:r>
                <a:rPr lang="en-US" sz="2401">
                  <a:solidFill>
                    <a:srgbClr val="2A2E3A"/>
                  </a:solidFill>
                  <a:latin typeface="Helios"/>
                  <a:ea typeface="Helios"/>
                  <a:cs typeface="Helios"/>
                  <a:sym typeface="Helios"/>
                </a:rPr>
                <a:t>ADD COMPANY NAME</a:t>
              </a:r>
            </a:p>
          </p:txBody>
        </p:sp>
      </p:grpSp>
      <p:sp>
        <p:nvSpPr>
          <p:cNvPr id="14" name="TextBox 14"/>
          <p:cNvSpPr txBox="1"/>
          <p:nvPr/>
        </p:nvSpPr>
        <p:spPr>
          <a:xfrm>
            <a:off x="11729750" y="915293"/>
            <a:ext cx="5577175" cy="514351"/>
          </a:xfrm>
          <a:prstGeom prst="rect">
            <a:avLst/>
          </a:prstGeom>
        </p:spPr>
        <p:txBody>
          <a:bodyPr lIns="0" tIns="0" rIns="0" bIns="0" rtlCol="0" anchor="t">
            <a:spAutoFit/>
          </a:bodyPr>
          <a:lstStyle/>
          <a:p>
            <a:pPr algn="r">
              <a:lnSpc>
                <a:spcPts val="4199"/>
              </a:lnSpc>
            </a:pPr>
            <a:r>
              <a:rPr lang="en-US" sz="2999">
                <a:solidFill>
                  <a:srgbClr val="FFFFFF"/>
                </a:solidFill>
                <a:latin typeface="Helios"/>
                <a:ea typeface="Helios"/>
                <a:cs typeface="Helios"/>
                <a:sym typeface="Helios"/>
              </a:rPr>
              <a:t>Write </a:t>
            </a:r>
            <a:r>
              <a:rPr lang="en-US" sz="2999">
                <a:solidFill>
                  <a:srgbClr val="FFFFFF"/>
                </a:solidFill>
                <a:latin typeface="Helios Bold"/>
                <a:ea typeface="Helios Bold"/>
                <a:cs typeface="Helios Bold"/>
                <a:sym typeface="Helios Bold"/>
              </a:rPr>
              <a:t>date here</a:t>
            </a:r>
          </a:p>
        </p:txBody>
      </p:sp>
      <p:grpSp>
        <p:nvGrpSpPr>
          <p:cNvPr id="15" name="Group 15"/>
          <p:cNvGrpSpPr/>
          <p:nvPr/>
        </p:nvGrpSpPr>
        <p:grpSpPr>
          <a:xfrm>
            <a:off x="1028700" y="3039904"/>
            <a:ext cx="7282512" cy="4207193"/>
            <a:chOff x="0" y="0"/>
            <a:chExt cx="9710016" cy="5609591"/>
          </a:xfrm>
        </p:grpSpPr>
        <p:sp>
          <p:nvSpPr>
            <p:cNvPr id="16" name="TextBox 16"/>
            <p:cNvSpPr txBox="1"/>
            <p:nvPr/>
          </p:nvSpPr>
          <p:spPr>
            <a:xfrm>
              <a:off x="0" y="4901989"/>
              <a:ext cx="9710016" cy="707602"/>
            </a:xfrm>
            <a:prstGeom prst="rect">
              <a:avLst/>
            </a:prstGeom>
          </p:spPr>
          <p:txBody>
            <a:bodyPr lIns="0" tIns="0" rIns="0" bIns="0" rtlCol="0" anchor="t">
              <a:spAutoFit/>
            </a:bodyPr>
            <a:lstStyle/>
            <a:p>
              <a:pPr algn="l">
                <a:lnSpc>
                  <a:spcPts val="4479"/>
                </a:lnSpc>
              </a:pPr>
              <a:r>
                <a:rPr lang="en-US" sz="3199">
                  <a:solidFill>
                    <a:srgbClr val="2A2E3A"/>
                  </a:solidFill>
                  <a:latin typeface="Helios"/>
                  <a:ea typeface="Helios"/>
                  <a:cs typeface="Helios"/>
                  <a:sym typeface="Helios"/>
                </a:rPr>
                <a:t>Write company name here</a:t>
              </a:r>
            </a:p>
          </p:txBody>
        </p:sp>
        <p:sp>
          <p:nvSpPr>
            <p:cNvPr id="17" name="TextBox 17"/>
            <p:cNvSpPr txBox="1"/>
            <p:nvPr/>
          </p:nvSpPr>
          <p:spPr>
            <a:xfrm>
              <a:off x="0" y="0"/>
              <a:ext cx="9710016" cy="4648200"/>
            </a:xfrm>
            <a:prstGeom prst="rect">
              <a:avLst/>
            </a:prstGeom>
          </p:spPr>
          <p:txBody>
            <a:bodyPr lIns="0" tIns="0" rIns="0" bIns="0" rtlCol="0" anchor="t">
              <a:spAutoFit/>
            </a:bodyPr>
            <a:lstStyle/>
            <a:p>
              <a:pPr algn="l">
                <a:lnSpc>
                  <a:spcPts val="13799"/>
                </a:lnSpc>
              </a:pPr>
              <a:r>
                <a:rPr lang="en-US" sz="11499">
                  <a:solidFill>
                    <a:srgbClr val="2A2E3A"/>
                  </a:solidFill>
                  <a:latin typeface="TT Hoves Bold"/>
                  <a:ea typeface="TT Hoves Bold"/>
                  <a:cs typeface="TT Hoves Bold"/>
                  <a:sym typeface="TT Hoves Bold"/>
                </a:rPr>
                <a:t>Company</a:t>
              </a:r>
              <a:r>
                <a:rPr lang="en-US" sz="11499">
                  <a:solidFill>
                    <a:srgbClr val="A20E20"/>
                  </a:solidFill>
                  <a:latin typeface="TT Hoves Bold"/>
                  <a:ea typeface="TT Hoves Bold"/>
                  <a:cs typeface="TT Hoves Bold"/>
                  <a:sym typeface="TT Hoves Bold"/>
                </a:rPr>
                <a:t> Profile </a:t>
              </a:r>
            </a:p>
          </p:txBody>
        </p:sp>
      </p:grpSp>
      <p:grpSp>
        <p:nvGrpSpPr>
          <p:cNvPr id="18" name="Group 18"/>
          <p:cNvGrpSpPr/>
          <p:nvPr/>
        </p:nvGrpSpPr>
        <p:grpSpPr>
          <a:xfrm>
            <a:off x="1028700" y="8920183"/>
            <a:ext cx="5622923" cy="338117"/>
            <a:chOff x="0" y="0"/>
            <a:chExt cx="7497231" cy="450823"/>
          </a:xfrm>
        </p:grpSpPr>
        <p:sp>
          <p:nvSpPr>
            <p:cNvPr id="19" name="Freeform 19"/>
            <p:cNvSpPr/>
            <p:nvPr/>
          </p:nvSpPr>
          <p:spPr>
            <a:xfrm>
              <a:off x="0" y="0"/>
              <a:ext cx="450823" cy="450823"/>
            </a:xfrm>
            <a:custGeom>
              <a:avLst/>
              <a:gdLst/>
              <a:ahLst/>
              <a:cxnLst/>
              <a:rect l="l" t="t" r="r" b="b"/>
              <a:pathLst>
                <a:path w="450823" h="450823">
                  <a:moveTo>
                    <a:pt x="0" y="0"/>
                  </a:moveTo>
                  <a:lnTo>
                    <a:pt x="450823" y="0"/>
                  </a:lnTo>
                  <a:lnTo>
                    <a:pt x="450823" y="450823"/>
                  </a:lnTo>
                  <a:lnTo>
                    <a:pt x="0" y="4508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0" name="TextBox 20"/>
            <p:cNvSpPr txBox="1"/>
            <p:nvPr/>
          </p:nvSpPr>
          <p:spPr>
            <a:xfrm>
              <a:off x="832051" y="-45310"/>
              <a:ext cx="6665180" cy="493818"/>
            </a:xfrm>
            <a:prstGeom prst="rect">
              <a:avLst/>
            </a:prstGeom>
          </p:spPr>
          <p:txBody>
            <a:bodyPr lIns="0" tIns="0" rIns="0" bIns="0" rtlCol="0" anchor="t">
              <a:spAutoFit/>
            </a:bodyPr>
            <a:lstStyle/>
            <a:p>
              <a:pPr algn="l">
                <a:lnSpc>
                  <a:spcPts val="3080"/>
                </a:lnSpc>
              </a:pPr>
              <a:r>
                <a:rPr lang="en-US" sz="2200" u="none">
                  <a:solidFill>
                    <a:srgbClr val="2A2E3A"/>
                  </a:solidFill>
                  <a:latin typeface="Helios"/>
                  <a:ea typeface="Helios"/>
                  <a:cs typeface="Helios"/>
                  <a:sym typeface="Helios"/>
                </a:rPr>
                <a:t>Information available in audio.</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28410" y="0"/>
            <a:ext cx="12259590" cy="2566292"/>
          </a:xfrm>
          <a:custGeom>
            <a:avLst/>
            <a:gdLst/>
            <a:ahLst/>
            <a:cxnLst/>
            <a:rect l="l" t="t" r="r" b="b"/>
            <a:pathLst>
              <a:path w="12259590" h="2566292">
                <a:moveTo>
                  <a:pt x="0" y="0"/>
                </a:moveTo>
                <a:lnTo>
                  <a:pt x="12259590" y="0"/>
                </a:lnTo>
                <a:lnTo>
                  <a:pt x="12259590" y="2566292"/>
                </a:lnTo>
                <a:lnTo>
                  <a:pt x="0" y="2566292"/>
                </a:lnTo>
                <a:lnTo>
                  <a:pt x="0" y="0"/>
                </a:lnTo>
                <a:close/>
              </a:path>
            </a:pathLst>
          </a:custGeom>
          <a:blipFill>
            <a:blip r:embed="rId2"/>
            <a:stretch>
              <a:fillRect t="-218576"/>
            </a:stretch>
          </a:blipFill>
        </p:spPr>
        <p:txBody>
          <a:bodyPr/>
          <a:lstStyle/>
          <a:p>
            <a:endParaRPr lang="en-IN"/>
          </a:p>
        </p:txBody>
      </p:sp>
      <p:grpSp>
        <p:nvGrpSpPr>
          <p:cNvPr id="3" name="Group 3"/>
          <p:cNvGrpSpPr/>
          <p:nvPr/>
        </p:nvGrpSpPr>
        <p:grpSpPr>
          <a:xfrm rot="-10800000">
            <a:off x="-3777921" y="2376440"/>
            <a:ext cx="7555842" cy="3482406"/>
            <a:chOff x="0" y="0"/>
            <a:chExt cx="406400" cy="187305"/>
          </a:xfrm>
        </p:grpSpPr>
        <p:sp>
          <p:nvSpPr>
            <p:cNvPr id="4" name="Freeform 4"/>
            <p:cNvSpPr/>
            <p:nvPr/>
          </p:nvSpPr>
          <p:spPr>
            <a:xfrm>
              <a:off x="0" y="0"/>
              <a:ext cx="406400" cy="187305"/>
            </a:xfrm>
            <a:custGeom>
              <a:avLst/>
              <a:gdLst/>
              <a:ahLst/>
              <a:cxnLst/>
              <a:rect l="l" t="t" r="r" b="b"/>
              <a:pathLst>
                <a:path w="406400" h="187305">
                  <a:moveTo>
                    <a:pt x="203200" y="0"/>
                  </a:moveTo>
                  <a:lnTo>
                    <a:pt x="203200" y="0"/>
                  </a:lnTo>
                  <a:lnTo>
                    <a:pt x="406400" y="187305"/>
                  </a:lnTo>
                  <a:lnTo>
                    <a:pt x="0" y="187305"/>
                  </a:lnTo>
                  <a:lnTo>
                    <a:pt x="203200" y="0"/>
                  </a:lnTo>
                  <a:close/>
                </a:path>
              </a:pathLst>
            </a:custGeom>
            <a:solidFill>
              <a:srgbClr val="E8223B"/>
            </a:solidFill>
          </p:spPr>
          <p:txBody>
            <a:bodyPr/>
            <a:lstStyle/>
            <a:p>
              <a:endParaRPr lang="en-IN"/>
            </a:p>
          </p:txBody>
        </p:sp>
        <p:sp>
          <p:nvSpPr>
            <p:cNvPr id="5" name="TextBox 5"/>
            <p:cNvSpPr txBox="1"/>
            <p:nvPr/>
          </p:nvSpPr>
          <p:spPr>
            <a:xfrm>
              <a:off x="127000" y="-38100"/>
              <a:ext cx="152400" cy="225405"/>
            </a:xfrm>
            <a:prstGeom prst="rect">
              <a:avLst/>
            </a:prstGeom>
          </p:spPr>
          <p:txBody>
            <a:bodyPr lIns="50800" tIns="50800" rIns="50800" bIns="50800" rtlCol="0" anchor="ctr"/>
            <a:lstStyle/>
            <a:p>
              <a:pPr algn="ctr">
                <a:lnSpc>
                  <a:spcPts val="2100"/>
                </a:lnSpc>
              </a:pPr>
              <a:endParaRPr/>
            </a:p>
          </p:txBody>
        </p:sp>
      </p:grpSp>
      <p:grpSp>
        <p:nvGrpSpPr>
          <p:cNvPr id="6" name="Group 6"/>
          <p:cNvGrpSpPr/>
          <p:nvPr/>
        </p:nvGrpSpPr>
        <p:grpSpPr>
          <a:xfrm rot="-10800000">
            <a:off x="-4109936" y="0"/>
            <a:ext cx="13253936" cy="3370693"/>
            <a:chOff x="0" y="0"/>
            <a:chExt cx="736505" cy="187305"/>
          </a:xfrm>
        </p:grpSpPr>
        <p:sp>
          <p:nvSpPr>
            <p:cNvPr id="7" name="Freeform 7"/>
            <p:cNvSpPr/>
            <p:nvPr/>
          </p:nvSpPr>
          <p:spPr>
            <a:xfrm>
              <a:off x="0" y="0"/>
              <a:ext cx="736505" cy="187305"/>
            </a:xfrm>
            <a:custGeom>
              <a:avLst/>
              <a:gdLst/>
              <a:ahLst/>
              <a:cxnLst/>
              <a:rect l="l" t="t" r="r" b="b"/>
              <a:pathLst>
                <a:path w="736505" h="187305">
                  <a:moveTo>
                    <a:pt x="203200" y="0"/>
                  </a:moveTo>
                  <a:lnTo>
                    <a:pt x="533305" y="0"/>
                  </a:lnTo>
                  <a:lnTo>
                    <a:pt x="736505" y="187305"/>
                  </a:lnTo>
                  <a:lnTo>
                    <a:pt x="0" y="187305"/>
                  </a:lnTo>
                  <a:lnTo>
                    <a:pt x="203200" y="0"/>
                  </a:lnTo>
                  <a:close/>
                </a:path>
              </a:pathLst>
            </a:custGeom>
            <a:solidFill>
              <a:srgbClr val="A20E20"/>
            </a:solidFill>
          </p:spPr>
          <p:txBody>
            <a:bodyPr/>
            <a:lstStyle/>
            <a:p>
              <a:endParaRPr lang="en-IN"/>
            </a:p>
          </p:txBody>
        </p:sp>
        <p:sp>
          <p:nvSpPr>
            <p:cNvPr id="8" name="TextBox 8"/>
            <p:cNvSpPr txBox="1"/>
            <p:nvPr/>
          </p:nvSpPr>
          <p:spPr>
            <a:xfrm>
              <a:off x="127000" y="-38100"/>
              <a:ext cx="482505" cy="225405"/>
            </a:xfrm>
            <a:prstGeom prst="rect">
              <a:avLst/>
            </a:prstGeom>
          </p:spPr>
          <p:txBody>
            <a:bodyPr lIns="50800" tIns="50800" rIns="50800" bIns="50800" rtlCol="0" anchor="ctr"/>
            <a:lstStyle/>
            <a:p>
              <a:pPr algn="ctr">
                <a:lnSpc>
                  <a:spcPts val="2100"/>
                </a:lnSpc>
              </a:pPr>
              <a:endParaRPr/>
            </a:p>
          </p:txBody>
        </p:sp>
      </p:grpSp>
      <p:graphicFrame>
        <p:nvGraphicFramePr>
          <p:cNvPr id="9" name="Table 9"/>
          <p:cNvGraphicFramePr>
            <a:graphicFrameLocks noGrp="1"/>
          </p:cNvGraphicFramePr>
          <p:nvPr/>
        </p:nvGraphicFramePr>
        <p:xfrm>
          <a:off x="1958279" y="4624383"/>
          <a:ext cx="7479588" cy="4552950"/>
        </p:xfrm>
        <a:graphic>
          <a:graphicData uri="http://schemas.openxmlformats.org/drawingml/2006/table">
            <a:tbl>
              <a:tblPr/>
              <a:tblGrid>
                <a:gridCol w="1947366">
                  <a:extLst>
                    <a:ext uri="{9D8B030D-6E8A-4147-A177-3AD203B41FA5}">
                      <a16:colId xmlns:a16="http://schemas.microsoft.com/office/drawing/2014/main" val="20000"/>
                    </a:ext>
                  </a:extLst>
                </a:gridCol>
                <a:gridCol w="5532222">
                  <a:extLst>
                    <a:ext uri="{9D8B030D-6E8A-4147-A177-3AD203B41FA5}">
                      <a16:colId xmlns:a16="http://schemas.microsoft.com/office/drawing/2014/main" val="20001"/>
                    </a:ext>
                  </a:extLst>
                </a:gridCol>
              </a:tblGrid>
              <a:tr h="904875">
                <a:tc>
                  <a:txBody>
                    <a:bodyPr/>
                    <a:lstStyle/>
                    <a:p>
                      <a:pPr algn="ctr">
                        <a:lnSpc>
                          <a:spcPts val="3640"/>
                        </a:lnSpc>
                        <a:defRPr/>
                      </a:pPr>
                      <a:r>
                        <a:rPr lang="en-US" sz="2600">
                          <a:solidFill>
                            <a:srgbClr val="A20E20"/>
                          </a:solidFill>
                          <a:latin typeface="Helios Bold"/>
                          <a:ea typeface="Helios Bold"/>
                          <a:cs typeface="Helios Bold"/>
                          <a:sym typeface="Helios Bold"/>
                        </a:rPr>
                        <a:t>3</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0" cap="flat" cmpd="sng" algn="ctr">
                      <a:solidFill>
                        <a:srgbClr val="DBDBDB"/>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About the Company</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0" cap="flat" cmpd="sng" algn="ctr">
                      <a:solidFill>
                        <a:srgbClr val="DBDBDB"/>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0"/>
                  </a:ext>
                </a:extLst>
              </a:tr>
              <a:tr h="914400">
                <a:tc>
                  <a:txBody>
                    <a:bodyPr/>
                    <a:lstStyle/>
                    <a:p>
                      <a:pPr algn="ctr">
                        <a:lnSpc>
                          <a:spcPts val="3640"/>
                        </a:lnSpc>
                        <a:defRPr/>
                      </a:pPr>
                      <a:r>
                        <a:rPr lang="en-US" sz="2600">
                          <a:solidFill>
                            <a:srgbClr val="A20E20"/>
                          </a:solidFill>
                          <a:latin typeface="Helios Bold"/>
                          <a:ea typeface="Helios Bold"/>
                          <a:cs typeface="Helios Bold"/>
                          <a:sym typeface="Helios Bold"/>
                        </a:rPr>
                        <a:t>4</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Mission and Vision</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algn="ctr">
                        <a:lnSpc>
                          <a:spcPts val="3640"/>
                        </a:lnSpc>
                        <a:defRPr/>
                      </a:pPr>
                      <a:r>
                        <a:rPr lang="en-US" sz="2600">
                          <a:solidFill>
                            <a:srgbClr val="A20E20"/>
                          </a:solidFill>
                          <a:latin typeface="Helios Bold"/>
                          <a:ea typeface="Helios Bold"/>
                          <a:cs typeface="Helios Bold"/>
                          <a:sym typeface="Helios Bold"/>
                        </a:rPr>
                        <a:t>5</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Goals</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algn="ctr">
                        <a:lnSpc>
                          <a:spcPts val="3640"/>
                        </a:lnSpc>
                        <a:defRPr/>
                      </a:pPr>
                      <a:r>
                        <a:rPr lang="en-US" sz="2600">
                          <a:solidFill>
                            <a:srgbClr val="A20E20"/>
                          </a:solidFill>
                          <a:latin typeface="Helios Bold"/>
                          <a:ea typeface="Helios Bold"/>
                          <a:cs typeface="Helios Bold"/>
                          <a:sym typeface="Helios Bold"/>
                        </a:rPr>
                        <a:t>6</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Traction</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904875">
                <a:tc>
                  <a:txBody>
                    <a:bodyPr/>
                    <a:lstStyle/>
                    <a:p>
                      <a:pPr algn="ctr">
                        <a:lnSpc>
                          <a:spcPts val="3640"/>
                        </a:lnSpc>
                        <a:defRPr/>
                      </a:pPr>
                      <a:r>
                        <a:rPr lang="en-US" sz="2600">
                          <a:solidFill>
                            <a:srgbClr val="A20E20"/>
                          </a:solidFill>
                          <a:latin typeface="Helios Bold"/>
                          <a:ea typeface="Helios Bold"/>
                          <a:cs typeface="Helios Bold"/>
                          <a:sym typeface="Helios Bold"/>
                        </a:rPr>
                        <a:t>7</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0" cap="flat" cmpd="sng" algn="ctr">
                      <a:solidFill>
                        <a:srgbClr val="DBDBDB"/>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Market</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0" cap="flat" cmpd="sng" algn="ctr">
                      <a:solidFill>
                        <a:srgbClr val="DBDB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0" name="Table 10"/>
          <p:cNvGraphicFramePr>
            <a:graphicFrameLocks noGrp="1"/>
          </p:cNvGraphicFramePr>
          <p:nvPr/>
        </p:nvGraphicFramePr>
        <p:xfrm>
          <a:off x="9779712" y="4654184"/>
          <a:ext cx="7479588" cy="4604117"/>
        </p:xfrm>
        <a:graphic>
          <a:graphicData uri="http://schemas.openxmlformats.org/drawingml/2006/table">
            <a:tbl>
              <a:tblPr/>
              <a:tblGrid>
                <a:gridCol w="1947366">
                  <a:extLst>
                    <a:ext uri="{9D8B030D-6E8A-4147-A177-3AD203B41FA5}">
                      <a16:colId xmlns:a16="http://schemas.microsoft.com/office/drawing/2014/main" val="20000"/>
                    </a:ext>
                  </a:extLst>
                </a:gridCol>
                <a:gridCol w="5532222">
                  <a:extLst>
                    <a:ext uri="{9D8B030D-6E8A-4147-A177-3AD203B41FA5}">
                      <a16:colId xmlns:a16="http://schemas.microsoft.com/office/drawing/2014/main" val="20001"/>
                    </a:ext>
                  </a:extLst>
                </a:gridCol>
              </a:tblGrid>
              <a:tr h="912908">
                <a:tc>
                  <a:txBody>
                    <a:bodyPr/>
                    <a:lstStyle/>
                    <a:p>
                      <a:pPr algn="ctr">
                        <a:lnSpc>
                          <a:spcPts val="3640"/>
                        </a:lnSpc>
                        <a:defRPr/>
                      </a:pPr>
                      <a:r>
                        <a:rPr lang="en-US" sz="2600">
                          <a:solidFill>
                            <a:srgbClr val="A20E20"/>
                          </a:solidFill>
                          <a:latin typeface="Helios Bold"/>
                          <a:ea typeface="Helios Bold"/>
                          <a:cs typeface="Helios Bold"/>
                          <a:sym typeface="Helios Bold"/>
                        </a:rPr>
                        <a:t>8</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0" cap="flat" cmpd="sng" algn="ctr">
                      <a:solidFill>
                        <a:srgbClr val="DBDBDB"/>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Milestones</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0" cap="flat" cmpd="sng" algn="ctr">
                      <a:solidFill>
                        <a:srgbClr val="DBDBDB"/>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0"/>
                  </a:ext>
                </a:extLst>
              </a:tr>
              <a:tr h="928778">
                <a:tc>
                  <a:txBody>
                    <a:bodyPr/>
                    <a:lstStyle/>
                    <a:p>
                      <a:pPr algn="ctr">
                        <a:lnSpc>
                          <a:spcPts val="3640"/>
                        </a:lnSpc>
                        <a:defRPr/>
                      </a:pPr>
                      <a:r>
                        <a:rPr lang="en-US" sz="2600">
                          <a:solidFill>
                            <a:srgbClr val="A20E20"/>
                          </a:solidFill>
                          <a:latin typeface="Helios Bold"/>
                          <a:ea typeface="Helios Bold"/>
                          <a:cs typeface="Helios Bold"/>
                          <a:sym typeface="Helios Bold"/>
                        </a:rPr>
                        <a:t>9</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Management Team</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1"/>
                  </a:ext>
                </a:extLst>
              </a:tr>
              <a:tr h="928778">
                <a:tc>
                  <a:txBody>
                    <a:bodyPr/>
                    <a:lstStyle/>
                    <a:p>
                      <a:pPr algn="ctr">
                        <a:lnSpc>
                          <a:spcPts val="3640"/>
                        </a:lnSpc>
                        <a:defRPr/>
                      </a:pPr>
                      <a:r>
                        <a:rPr lang="en-US" sz="2600">
                          <a:solidFill>
                            <a:srgbClr val="A20E20"/>
                          </a:solidFill>
                          <a:latin typeface="Helios Bold"/>
                          <a:ea typeface="Helios Bold"/>
                          <a:cs typeface="Helios Bold"/>
                          <a:sym typeface="Helios Bold"/>
                        </a:rPr>
                        <a:t>10</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Our Offered Services</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2"/>
                  </a:ext>
                </a:extLst>
              </a:tr>
              <a:tr h="928778">
                <a:tc>
                  <a:txBody>
                    <a:bodyPr/>
                    <a:lstStyle/>
                    <a:p>
                      <a:pPr algn="ctr">
                        <a:lnSpc>
                          <a:spcPts val="3640"/>
                        </a:lnSpc>
                        <a:defRPr/>
                      </a:pPr>
                      <a:r>
                        <a:rPr lang="en-US" sz="2600">
                          <a:solidFill>
                            <a:srgbClr val="A20E20"/>
                          </a:solidFill>
                          <a:latin typeface="Helios Bold"/>
                          <a:ea typeface="Helios Bold"/>
                          <a:cs typeface="Helios Bold"/>
                          <a:sym typeface="Helios Bold"/>
                        </a:rPr>
                        <a:t>11</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Financial Guidance</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9525" cap="flat" cmpd="sng" algn="ctr">
                      <a:solidFill>
                        <a:srgbClr val="E4E4E4"/>
                      </a:solidFill>
                      <a:prstDash val="solid"/>
                      <a:round/>
                      <a:headEnd type="none" w="med" len="med"/>
                      <a:tailEnd type="none" w="med" len="med"/>
                    </a:lnB>
                  </a:tcPr>
                </a:tc>
                <a:extLst>
                  <a:ext uri="{0D108BD9-81ED-4DB2-BD59-A6C34878D82A}">
                    <a16:rowId xmlns:a16="http://schemas.microsoft.com/office/drawing/2014/main" val="10003"/>
                  </a:ext>
                </a:extLst>
              </a:tr>
              <a:tr h="904875">
                <a:tc>
                  <a:txBody>
                    <a:bodyPr/>
                    <a:lstStyle/>
                    <a:p>
                      <a:pPr algn="ctr">
                        <a:lnSpc>
                          <a:spcPts val="3640"/>
                        </a:lnSpc>
                        <a:defRPr/>
                      </a:pPr>
                      <a:r>
                        <a:rPr lang="en-US" sz="2600">
                          <a:solidFill>
                            <a:srgbClr val="A20E20"/>
                          </a:solidFill>
                          <a:latin typeface="Helios Bold"/>
                          <a:ea typeface="Helios Bold"/>
                          <a:cs typeface="Helios Bold"/>
                          <a:sym typeface="Helios Bold"/>
                        </a:rPr>
                        <a:t>13</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0" cap="flat" cmpd="sng" algn="ctr">
                      <a:solidFill>
                        <a:srgbClr val="DBDBDB"/>
                      </a:solidFill>
                      <a:prstDash val="solid"/>
                      <a:round/>
                      <a:headEnd type="none" w="med" len="med"/>
                      <a:tailEnd type="none" w="med" len="med"/>
                    </a:lnB>
                  </a:tcPr>
                </a:tc>
                <a:tc>
                  <a:txBody>
                    <a:bodyPr/>
                    <a:lstStyle/>
                    <a:p>
                      <a:pPr algn="l">
                        <a:lnSpc>
                          <a:spcPts val="3639"/>
                        </a:lnSpc>
                        <a:defRPr/>
                      </a:pPr>
                      <a:r>
                        <a:rPr lang="en-US" sz="2599">
                          <a:solidFill>
                            <a:srgbClr val="2A2E3A"/>
                          </a:solidFill>
                          <a:latin typeface="Helios"/>
                          <a:ea typeface="Helios"/>
                          <a:cs typeface="Helios"/>
                          <a:sym typeface="Helios"/>
                        </a:rPr>
                        <a:t>Contact Information</a:t>
                      </a:r>
                      <a:endParaRPr lang="en-US" sz="1100"/>
                    </a:p>
                  </a:txBody>
                  <a:tcPr marL="211594" marR="211594" marT="211594" marB="211594" anchor="ctr">
                    <a:lnL w="0" cap="flat" cmpd="sng" algn="ctr">
                      <a:solidFill>
                        <a:srgbClr val="DBDBDB"/>
                      </a:solidFill>
                      <a:prstDash val="solid"/>
                      <a:round/>
                      <a:headEnd type="none" w="med" len="med"/>
                      <a:tailEnd type="none" w="med" len="med"/>
                    </a:lnL>
                    <a:lnR w="0" cap="flat" cmpd="sng" algn="ctr">
                      <a:solidFill>
                        <a:srgbClr val="DBDBDB"/>
                      </a:solidFill>
                      <a:prstDash val="solid"/>
                      <a:round/>
                      <a:headEnd type="none" w="med" len="med"/>
                      <a:tailEnd type="none" w="med" len="med"/>
                    </a:lnR>
                    <a:lnT w="9525" cap="flat" cmpd="sng" algn="ctr">
                      <a:solidFill>
                        <a:srgbClr val="E4E4E4"/>
                      </a:solidFill>
                      <a:prstDash val="solid"/>
                      <a:round/>
                      <a:headEnd type="none" w="med" len="med"/>
                      <a:tailEnd type="none" w="med" len="med"/>
                    </a:lnT>
                    <a:lnB w="0" cap="flat" cmpd="sng" algn="ctr">
                      <a:solidFill>
                        <a:srgbClr val="DBDBD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Box 11"/>
          <p:cNvSpPr txBox="1"/>
          <p:nvPr/>
        </p:nvSpPr>
        <p:spPr>
          <a:xfrm>
            <a:off x="1028700" y="995362"/>
            <a:ext cx="4669373" cy="1285875"/>
          </a:xfrm>
          <a:prstGeom prst="rect">
            <a:avLst/>
          </a:prstGeom>
        </p:spPr>
        <p:txBody>
          <a:bodyPr lIns="0" tIns="0" rIns="0" bIns="0" rtlCol="0" anchor="t">
            <a:spAutoFit/>
          </a:bodyPr>
          <a:lstStyle/>
          <a:p>
            <a:pPr algn="ctr">
              <a:lnSpc>
                <a:spcPts val="10199"/>
              </a:lnSpc>
            </a:pPr>
            <a:r>
              <a:rPr lang="en-US" sz="8499">
                <a:solidFill>
                  <a:srgbClr val="FFFFFF"/>
                </a:solidFill>
                <a:latin typeface="TT Hoves Bold"/>
                <a:ea typeface="TT Hoves Bold"/>
                <a:cs typeface="TT Hoves Bold"/>
                <a:sym typeface="TT Hoves Bold"/>
              </a:rPr>
              <a:t>Agenda</a:t>
            </a:r>
          </a:p>
        </p:txBody>
      </p:sp>
      <p:grpSp>
        <p:nvGrpSpPr>
          <p:cNvPr id="12" name="Group 12"/>
          <p:cNvGrpSpPr/>
          <p:nvPr/>
        </p:nvGrpSpPr>
        <p:grpSpPr>
          <a:xfrm>
            <a:off x="10348711" y="1733502"/>
            <a:ext cx="6910589" cy="1665580"/>
            <a:chOff x="0" y="0"/>
            <a:chExt cx="5213448" cy="1256537"/>
          </a:xfrm>
        </p:grpSpPr>
        <p:sp>
          <p:nvSpPr>
            <p:cNvPr id="13" name="Freeform 13"/>
            <p:cNvSpPr/>
            <p:nvPr/>
          </p:nvSpPr>
          <p:spPr>
            <a:xfrm>
              <a:off x="0" y="0"/>
              <a:ext cx="5213448" cy="1256537"/>
            </a:xfrm>
            <a:custGeom>
              <a:avLst/>
              <a:gdLst/>
              <a:ahLst/>
              <a:cxnLst/>
              <a:rect l="l" t="t" r="r" b="b"/>
              <a:pathLst>
                <a:path w="5213448" h="1256537">
                  <a:moveTo>
                    <a:pt x="33609" y="0"/>
                  </a:moveTo>
                  <a:lnTo>
                    <a:pt x="5179839" y="0"/>
                  </a:lnTo>
                  <a:cubicBezTo>
                    <a:pt x="5198401" y="0"/>
                    <a:pt x="5213448" y="15047"/>
                    <a:pt x="5213448" y="33609"/>
                  </a:cubicBezTo>
                  <a:lnTo>
                    <a:pt x="5213448" y="1222928"/>
                  </a:lnTo>
                  <a:cubicBezTo>
                    <a:pt x="5213448" y="1241490"/>
                    <a:pt x="5198401" y="1256537"/>
                    <a:pt x="5179839" y="1256537"/>
                  </a:cubicBezTo>
                  <a:lnTo>
                    <a:pt x="33609" y="1256537"/>
                  </a:lnTo>
                  <a:cubicBezTo>
                    <a:pt x="15047" y="1256537"/>
                    <a:pt x="0" y="1241490"/>
                    <a:pt x="0" y="1222928"/>
                  </a:cubicBezTo>
                  <a:lnTo>
                    <a:pt x="0" y="33609"/>
                  </a:lnTo>
                  <a:cubicBezTo>
                    <a:pt x="0" y="15047"/>
                    <a:pt x="15047" y="0"/>
                    <a:pt x="33609" y="0"/>
                  </a:cubicBezTo>
                  <a:close/>
                </a:path>
              </a:pathLst>
            </a:custGeom>
            <a:solidFill>
              <a:srgbClr val="FFFFFF"/>
            </a:solidFill>
            <a:ln w="9525" cap="rnd">
              <a:solidFill>
                <a:srgbClr val="2A2E3A"/>
              </a:solidFill>
              <a:prstDash val="solid"/>
              <a:round/>
            </a:ln>
          </p:spPr>
          <p:txBody>
            <a:bodyPr/>
            <a:lstStyle/>
            <a:p>
              <a:endParaRPr lang="en-IN"/>
            </a:p>
          </p:txBody>
        </p:sp>
        <p:sp>
          <p:nvSpPr>
            <p:cNvPr id="14" name="TextBox 14"/>
            <p:cNvSpPr txBox="1"/>
            <p:nvPr/>
          </p:nvSpPr>
          <p:spPr>
            <a:xfrm>
              <a:off x="0" y="-47625"/>
              <a:ext cx="5213448" cy="1304162"/>
            </a:xfrm>
            <a:prstGeom prst="rect">
              <a:avLst/>
            </a:prstGeom>
          </p:spPr>
          <p:txBody>
            <a:bodyPr lIns="254000" tIns="254000" rIns="254000" bIns="254000" rtlCol="0" anchor="ctr"/>
            <a:lstStyle/>
            <a:p>
              <a:pPr algn="l">
                <a:lnSpc>
                  <a:spcPts val="2520"/>
                </a:lnSpc>
              </a:pPr>
              <a:r>
                <a:rPr lang="en-US" sz="1800">
                  <a:solidFill>
                    <a:srgbClr val="2A2E3A"/>
                  </a:solidFill>
                  <a:latin typeface="Helios"/>
                  <a:ea typeface="Helios"/>
                  <a:cs typeface="Helios"/>
                  <a:sym typeface="Helios"/>
                </a:rPr>
                <a:t>Use links to go to a different page inside your presentation. </a:t>
              </a:r>
            </a:p>
            <a:p>
              <a:pPr algn="l">
                <a:lnSpc>
                  <a:spcPts val="2520"/>
                </a:lnSpc>
              </a:pPr>
              <a:endParaRPr lang="en-US" sz="1800">
                <a:solidFill>
                  <a:srgbClr val="2A2E3A"/>
                </a:solidFill>
                <a:latin typeface="Helios"/>
                <a:ea typeface="Helios"/>
                <a:cs typeface="Helios"/>
                <a:sym typeface="Helios"/>
              </a:endParaRPr>
            </a:p>
            <a:p>
              <a:pPr algn="l">
                <a:lnSpc>
                  <a:spcPts val="2520"/>
                </a:lnSpc>
              </a:pPr>
              <a:r>
                <a:rPr lang="en-US" sz="1800">
                  <a:solidFill>
                    <a:srgbClr val="2A2E3A"/>
                  </a:solidFill>
                  <a:latin typeface="Helios"/>
                  <a:ea typeface="Helios"/>
                  <a:cs typeface="Helios"/>
                  <a:sym typeface="Helios"/>
                </a:rPr>
                <a:t>Highlight text, click on the link symbol on the toolbar, and select the page in your presentation you want to connect.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6188300" cy="10287000"/>
          </a:xfrm>
          <a:custGeom>
            <a:avLst/>
            <a:gdLst/>
            <a:ahLst/>
            <a:cxnLst/>
            <a:rect l="l" t="t" r="r" b="b"/>
            <a:pathLst>
              <a:path w="6188300" h="10287000">
                <a:moveTo>
                  <a:pt x="0" y="0"/>
                </a:moveTo>
                <a:lnTo>
                  <a:pt x="6188300" y="0"/>
                </a:lnTo>
                <a:lnTo>
                  <a:pt x="6188300" y="10287000"/>
                </a:lnTo>
                <a:lnTo>
                  <a:pt x="0" y="10287000"/>
                </a:lnTo>
                <a:lnTo>
                  <a:pt x="0" y="0"/>
                </a:lnTo>
                <a:close/>
              </a:path>
            </a:pathLst>
          </a:custGeom>
          <a:blipFill>
            <a:blip r:embed="rId2"/>
            <a:stretch>
              <a:fillRect r="-10822"/>
            </a:stretch>
          </a:blipFill>
        </p:spPr>
        <p:txBody>
          <a:bodyPr/>
          <a:lstStyle/>
          <a:p>
            <a:endParaRPr lang="en-IN"/>
          </a:p>
        </p:txBody>
      </p:sp>
      <p:sp>
        <p:nvSpPr>
          <p:cNvPr id="3" name="TextBox 3"/>
          <p:cNvSpPr txBox="1"/>
          <p:nvPr/>
        </p:nvSpPr>
        <p:spPr>
          <a:xfrm>
            <a:off x="8258697" y="1249940"/>
            <a:ext cx="7285740" cy="2571750"/>
          </a:xfrm>
          <a:prstGeom prst="rect">
            <a:avLst/>
          </a:prstGeom>
        </p:spPr>
        <p:txBody>
          <a:bodyPr lIns="0" tIns="0" rIns="0" bIns="0" rtlCol="0" anchor="t">
            <a:spAutoFit/>
          </a:bodyPr>
          <a:lstStyle/>
          <a:p>
            <a:pPr algn="l">
              <a:lnSpc>
                <a:spcPts val="10199"/>
              </a:lnSpc>
            </a:pPr>
            <a:r>
              <a:rPr lang="en-US" sz="8499">
                <a:solidFill>
                  <a:srgbClr val="A20E20"/>
                </a:solidFill>
                <a:latin typeface="TT Hoves Bold"/>
                <a:ea typeface="TT Hoves Bold"/>
                <a:cs typeface="TT Hoves Bold"/>
                <a:sym typeface="TT Hoves Bold"/>
              </a:rPr>
              <a:t>About the Company</a:t>
            </a:r>
          </a:p>
        </p:txBody>
      </p:sp>
      <p:grpSp>
        <p:nvGrpSpPr>
          <p:cNvPr id="4" name="Group 4"/>
          <p:cNvGrpSpPr/>
          <p:nvPr/>
        </p:nvGrpSpPr>
        <p:grpSpPr>
          <a:xfrm>
            <a:off x="8258697" y="4648927"/>
            <a:ext cx="7463019" cy="1113790"/>
            <a:chOff x="0" y="0"/>
            <a:chExt cx="9950693" cy="1485054"/>
          </a:xfrm>
        </p:grpSpPr>
        <p:grpSp>
          <p:nvGrpSpPr>
            <p:cNvPr id="5" name="Group 5"/>
            <p:cNvGrpSpPr/>
            <p:nvPr/>
          </p:nvGrpSpPr>
          <p:grpSpPr>
            <a:xfrm rot="-5400000">
              <a:off x="-160710" y="535288"/>
              <a:ext cx="735898" cy="414478"/>
              <a:chOff x="0" y="0"/>
              <a:chExt cx="812800" cy="457791"/>
            </a:xfrm>
          </p:grpSpPr>
          <p:sp>
            <p:nvSpPr>
              <p:cNvPr id="6" name="Freeform 6"/>
              <p:cNvSpPr/>
              <p:nvPr/>
            </p:nvSpPr>
            <p:spPr>
              <a:xfrm>
                <a:off x="0" y="0"/>
                <a:ext cx="812800" cy="457791"/>
              </a:xfrm>
              <a:custGeom>
                <a:avLst/>
                <a:gdLst/>
                <a:ahLst/>
                <a:cxnLst/>
                <a:rect l="l" t="t" r="r" b="b"/>
                <a:pathLst>
                  <a:path w="812800" h="457791">
                    <a:moveTo>
                      <a:pt x="406400" y="457791"/>
                    </a:moveTo>
                    <a:lnTo>
                      <a:pt x="812800" y="0"/>
                    </a:lnTo>
                    <a:lnTo>
                      <a:pt x="0" y="0"/>
                    </a:lnTo>
                    <a:lnTo>
                      <a:pt x="406400" y="457791"/>
                    </a:lnTo>
                    <a:close/>
                  </a:path>
                </a:pathLst>
              </a:custGeom>
              <a:solidFill>
                <a:srgbClr val="E8223B"/>
              </a:solidFill>
            </p:spPr>
            <p:txBody>
              <a:bodyPr/>
              <a:lstStyle/>
              <a:p>
                <a:endParaRPr lang="en-IN"/>
              </a:p>
            </p:txBody>
          </p:sp>
          <p:sp>
            <p:nvSpPr>
              <p:cNvPr id="7" name="TextBox 7"/>
              <p:cNvSpPr txBox="1"/>
              <p:nvPr/>
            </p:nvSpPr>
            <p:spPr>
              <a:xfrm>
                <a:off x="127000" y="23174"/>
                <a:ext cx="558800" cy="222071"/>
              </a:xfrm>
              <a:prstGeom prst="rect">
                <a:avLst/>
              </a:prstGeom>
            </p:spPr>
            <p:txBody>
              <a:bodyPr lIns="50800" tIns="50800" rIns="50800" bIns="50800" rtlCol="0" anchor="ctr"/>
              <a:lstStyle/>
              <a:p>
                <a:pPr algn="ctr">
                  <a:lnSpc>
                    <a:spcPts val="139"/>
                  </a:lnSpc>
                </a:pPr>
                <a:endParaRPr/>
              </a:p>
            </p:txBody>
          </p:sp>
        </p:grpSp>
        <p:sp>
          <p:nvSpPr>
            <p:cNvPr id="8" name="TextBox 8"/>
            <p:cNvSpPr txBox="1"/>
            <p:nvPr/>
          </p:nvSpPr>
          <p:spPr>
            <a:xfrm>
              <a:off x="1180404" y="-76200"/>
              <a:ext cx="8770288" cy="15612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Write the overview of</a:t>
              </a:r>
            </a:p>
            <a:p>
              <a:pPr algn="l">
                <a:lnSpc>
                  <a:spcPts val="4759"/>
                </a:lnSpc>
              </a:pPr>
              <a:r>
                <a:rPr lang="en-US" sz="3399" u="none">
                  <a:solidFill>
                    <a:srgbClr val="2A2E3A"/>
                  </a:solidFill>
                  <a:latin typeface="Helios"/>
                  <a:ea typeface="Helios"/>
                  <a:cs typeface="Helios"/>
                  <a:sym typeface="Helios"/>
                </a:rPr>
                <a:t>your company here.</a:t>
              </a:r>
            </a:p>
          </p:txBody>
        </p:sp>
      </p:grpSp>
      <p:grpSp>
        <p:nvGrpSpPr>
          <p:cNvPr id="9" name="Group 9"/>
          <p:cNvGrpSpPr/>
          <p:nvPr/>
        </p:nvGrpSpPr>
        <p:grpSpPr>
          <a:xfrm>
            <a:off x="8258697" y="6591393"/>
            <a:ext cx="7463019" cy="1113790"/>
            <a:chOff x="0" y="0"/>
            <a:chExt cx="9950693" cy="1485054"/>
          </a:xfrm>
        </p:grpSpPr>
        <p:sp>
          <p:nvSpPr>
            <p:cNvPr id="10" name="TextBox 10"/>
            <p:cNvSpPr txBox="1"/>
            <p:nvPr/>
          </p:nvSpPr>
          <p:spPr>
            <a:xfrm>
              <a:off x="1180404" y="-76200"/>
              <a:ext cx="8770288" cy="1561254"/>
            </a:xfrm>
            <a:prstGeom prst="rect">
              <a:avLst/>
            </a:prstGeom>
          </p:spPr>
          <p:txBody>
            <a:bodyPr lIns="0" tIns="0" rIns="0" bIns="0" rtlCol="0" anchor="t">
              <a:spAutoFit/>
            </a:bodyPr>
            <a:lstStyle/>
            <a:p>
              <a:pPr algn="l">
                <a:lnSpc>
                  <a:spcPts val="4759"/>
                </a:lnSpc>
              </a:pPr>
              <a:r>
                <a:rPr lang="en-US" sz="3399">
                  <a:solidFill>
                    <a:srgbClr val="2A2E3A"/>
                  </a:solidFill>
                  <a:latin typeface="Helios"/>
                  <a:ea typeface="Helios"/>
                  <a:cs typeface="Helios"/>
                  <a:sym typeface="Helios"/>
                </a:rPr>
                <a:t>Briefly tell your company's</a:t>
              </a:r>
            </a:p>
            <a:p>
              <a:pPr algn="l">
                <a:lnSpc>
                  <a:spcPts val="4759"/>
                </a:lnSpc>
              </a:pPr>
              <a:r>
                <a:rPr lang="en-US" sz="3399">
                  <a:solidFill>
                    <a:srgbClr val="2A2E3A"/>
                  </a:solidFill>
                  <a:latin typeface="Helios"/>
                  <a:ea typeface="Helios"/>
                  <a:cs typeface="Helios"/>
                  <a:sym typeface="Helios"/>
                </a:rPr>
                <a:t>history and products.</a:t>
              </a:r>
            </a:p>
          </p:txBody>
        </p:sp>
        <p:grpSp>
          <p:nvGrpSpPr>
            <p:cNvPr id="11" name="Group 11"/>
            <p:cNvGrpSpPr/>
            <p:nvPr/>
          </p:nvGrpSpPr>
          <p:grpSpPr>
            <a:xfrm rot="-5400000">
              <a:off x="-160710" y="535288"/>
              <a:ext cx="735898" cy="414478"/>
              <a:chOff x="0" y="0"/>
              <a:chExt cx="812800" cy="457791"/>
            </a:xfrm>
          </p:grpSpPr>
          <p:sp>
            <p:nvSpPr>
              <p:cNvPr id="12" name="Freeform 12"/>
              <p:cNvSpPr/>
              <p:nvPr/>
            </p:nvSpPr>
            <p:spPr>
              <a:xfrm>
                <a:off x="0" y="0"/>
                <a:ext cx="812800" cy="457791"/>
              </a:xfrm>
              <a:custGeom>
                <a:avLst/>
                <a:gdLst/>
                <a:ahLst/>
                <a:cxnLst/>
                <a:rect l="l" t="t" r="r" b="b"/>
                <a:pathLst>
                  <a:path w="812800" h="457791">
                    <a:moveTo>
                      <a:pt x="406400" y="457791"/>
                    </a:moveTo>
                    <a:lnTo>
                      <a:pt x="812800" y="0"/>
                    </a:lnTo>
                    <a:lnTo>
                      <a:pt x="0" y="0"/>
                    </a:lnTo>
                    <a:lnTo>
                      <a:pt x="406400" y="457791"/>
                    </a:lnTo>
                    <a:close/>
                  </a:path>
                </a:pathLst>
              </a:custGeom>
              <a:solidFill>
                <a:srgbClr val="E8223B"/>
              </a:solidFill>
            </p:spPr>
            <p:txBody>
              <a:bodyPr/>
              <a:lstStyle/>
              <a:p>
                <a:endParaRPr lang="en-IN"/>
              </a:p>
            </p:txBody>
          </p:sp>
          <p:sp>
            <p:nvSpPr>
              <p:cNvPr id="13" name="TextBox 13"/>
              <p:cNvSpPr txBox="1"/>
              <p:nvPr/>
            </p:nvSpPr>
            <p:spPr>
              <a:xfrm>
                <a:off x="127000" y="23174"/>
                <a:ext cx="558800" cy="222071"/>
              </a:xfrm>
              <a:prstGeom prst="rect">
                <a:avLst/>
              </a:prstGeom>
            </p:spPr>
            <p:txBody>
              <a:bodyPr lIns="50800" tIns="50800" rIns="50800" bIns="50800" rtlCol="0" anchor="ctr"/>
              <a:lstStyle/>
              <a:p>
                <a:pPr algn="ctr">
                  <a:lnSpc>
                    <a:spcPts val="139"/>
                  </a:lnSpc>
                </a:pPr>
                <a:endParaRPr/>
              </a:p>
            </p:txBody>
          </p:sp>
        </p:grpSp>
      </p:grpSp>
      <p:grpSp>
        <p:nvGrpSpPr>
          <p:cNvPr id="14" name="Group 14"/>
          <p:cNvGrpSpPr/>
          <p:nvPr/>
        </p:nvGrpSpPr>
        <p:grpSpPr>
          <a:xfrm>
            <a:off x="13814230" y="9258300"/>
            <a:ext cx="5765006" cy="1028700"/>
            <a:chOff x="0" y="0"/>
            <a:chExt cx="7686674" cy="1371600"/>
          </a:xfrm>
        </p:grpSpPr>
        <p:grpSp>
          <p:nvGrpSpPr>
            <p:cNvPr id="15" name="Group 15"/>
            <p:cNvGrpSpPr/>
            <p:nvPr/>
          </p:nvGrpSpPr>
          <p:grpSpPr>
            <a:xfrm>
              <a:off x="0" y="0"/>
              <a:ext cx="7686674" cy="1371600"/>
              <a:chOff x="0" y="0"/>
              <a:chExt cx="1049690" cy="187305"/>
            </a:xfrm>
          </p:grpSpPr>
          <p:sp>
            <p:nvSpPr>
              <p:cNvPr id="16" name="Freeform 16"/>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17" name="TextBox 17"/>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18" name="TextBox 18"/>
            <p:cNvSpPr txBox="1"/>
            <p:nvPr/>
          </p:nvSpPr>
          <p:spPr>
            <a:xfrm>
              <a:off x="1942883" y="475615"/>
              <a:ext cx="2698286" cy="391795"/>
            </a:xfrm>
            <a:prstGeom prst="rect">
              <a:avLst/>
            </a:prstGeom>
          </p:spPr>
          <p:txBody>
            <a:bodyPr lIns="0" tIns="0" rIns="0" bIns="0" rtlCol="0" anchor="t">
              <a:spAutoFit/>
            </a:bodyPr>
            <a:lstStyle/>
            <a:p>
              <a:pPr marL="0" lvl="0" indent="0" algn="r">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87623" y="9258300"/>
            <a:ext cx="5765006" cy="1028700"/>
            <a:chOff x="0" y="0"/>
            <a:chExt cx="7686674" cy="1371600"/>
          </a:xfrm>
        </p:grpSpPr>
        <p:grpSp>
          <p:nvGrpSpPr>
            <p:cNvPr id="3" name="Group 3"/>
            <p:cNvGrpSpPr/>
            <p:nvPr/>
          </p:nvGrpSpPr>
          <p:grpSpPr>
            <a:xfrm>
              <a:off x="0" y="0"/>
              <a:ext cx="7686674" cy="1371600"/>
              <a:chOff x="0" y="0"/>
              <a:chExt cx="1049690" cy="187305"/>
            </a:xfrm>
          </p:grpSpPr>
          <p:sp>
            <p:nvSpPr>
              <p:cNvPr id="4" name="Freeform 4"/>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5" name="TextBox 5"/>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6" name="TextBox 6"/>
            <p:cNvSpPr txBox="1"/>
            <p:nvPr/>
          </p:nvSpPr>
          <p:spPr>
            <a:xfrm>
              <a:off x="3033168" y="475615"/>
              <a:ext cx="2698286" cy="391795"/>
            </a:xfrm>
            <a:prstGeom prst="rect">
              <a:avLst/>
            </a:prstGeom>
          </p:spPr>
          <p:txBody>
            <a:bodyPr lIns="0" tIns="0" rIns="0" bIns="0" rtlCol="0" anchor="t">
              <a:spAutoFit/>
            </a:bodyPr>
            <a:lstStyle/>
            <a:p>
              <a:pPr marL="0" lvl="0" indent="0" algn="l">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grpSp>
        <p:nvGrpSpPr>
          <p:cNvPr id="7" name="Group 7"/>
          <p:cNvGrpSpPr>
            <a:grpSpLocks noChangeAspect="1"/>
          </p:cNvGrpSpPr>
          <p:nvPr/>
        </p:nvGrpSpPr>
        <p:grpSpPr>
          <a:xfrm>
            <a:off x="10539587" y="15541"/>
            <a:ext cx="15080946" cy="10271459"/>
            <a:chOff x="0" y="0"/>
            <a:chExt cx="5475623" cy="3729384"/>
          </a:xfrm>
        </p:grpSpPr>
        <p:sp>
          <p:nvSpPr>
            <p:cNvPr id="8" name="Freeform 8"/>
            <p:cNvSpPr/>
            <p:nvPr/>
          </p:nvSpPr>
          <p:spPr>
            <a:xfrm>
              <a:off x="0" y="0"/>
              <a:ext cx="5475623" cy="3729384"/>
            </a:xfrm>
            <a:custGeom>
              <a:avLst/>
              <a:gdLst/>
              <a:ahLst/>
              <a:cxnLst/>
              <a:rect l="l" t="t" r="r" b="b"/>
              <a:pathLst>
                <a:path w="5475623" h="3729384">
                  <a:moveTo>
                    <a:pt x="3322462" y="3729384"/>
                  </a:moveTo>
                  <a:lnTo>
                    <a:pt x="0" y="3729384"/>
                  </a:lnTo>
                  <a:lnTo>
                    <a:pt x="2153161" y="0"/>
                  </a:lnTo>
                  <a:lnTo>
                    <a:pt x="5475623" y="0"/>
                  </a:lnTo>
                  <a:lnTo>
                    <a:pt x="3322462" y="3729384"/>
                  </a:lnTo>
                  <a:close/>
                </a:path>
              </a:pathLst>
            </a:custGeom>
            <a:solidFill>
              <a:srgbClr val="E8223B"/>
            </a:solidFill>
          </p:spPr>
          <p:txBody>
            <a:bodyPr/>
            <a:lstStyle/>
            <a:p>
              <a:endParaRPr lang="en-IN"/>
            </a:p>
          </p:txBody>
        </p:sp>
        <p:sp>
          <p:nvSpPr>
            <p:cNvPr id="9" name="Freeform 9"/>
            <p:cNvSpPr/>
            <p:nvPr/>
          </p:nvSpPr>
          <p:spPr>
            <a:xfrm>
              <a:off x="0" y="0"/>
              <a:ext cx="5475623" cy="3729384"/>
            </a:xfrm>
            <a:custGeom>
              <a:avLst/>
              <a:gdLst/>
              <a:ahLst/>
              <a:cxnLst/>
              <a:rect l="l" t="t" r="r" b="b"/>
              <a:pathLst>
                <a:path w="5475623" h="3729384">
                  <a:moveTo>
                    <a:pt x="3322462" y="3729384"/>
                  </a:moveTo>
                  <a:lnTo>
                    <a:pt x="0" y="3729384"/>
                  </a:lnTo>
                  <a:lnTo>
                    <a:pt x="2153161" y="0"/>
                  </a:lnTo>
                  <a:lnTo>
                    <a:pt x="5475623" y="0"/>
                  </a:lnTo>
                  <a:lnTo>
                    <a:pt x="3322462" y="3729384"/>
                  </a:lnTo>
                  <a:close/>
                </a:path>
              </a:pathLst>
            </a:custGeom>
            <a:blipFill>
              <a:blip r:embed="rId2"/>
              <a:stretch>
                <a:fillRect l="-800" r="-20281"/>
              </a:stretch>
            </a:blipFill>
          </p:spPr>
          <p:txBody>
            <a:bodyPr/>
            <a:lstStyle/>
            <a:p>
              <a:endParaRPr lang="en-IN"/>
            </a:p>
          </p:txBody>
        </p:sp>
      </p:grpSp>
      <p:grpSp>
        <p:nvGrpSpPr>
          <p:cNvPr id="16" name="Group 16"/>
          <p:cNvGrpSpPr/>
          <p:nvPr/>
        </p:nvGrpSpPr>
        <p:grpSpPr>
          <a:xfrm>
            <a:off x="1028700" y="1439135"/>
            <a:ext cx="12627597" cy="6533436"/>
            <a:chOff x="0" y="0"/>
            <a:chExt cx="16836795" cy="8711248"/>
          </a:xfrm>
        </p:grpSpPr>
        <p:sp>
          <p:nvSpPr>
            <p:cNvPr id="17" name="TextBox 17"/>
            <p:cNvSpPr txBox="1"/>
            <p:nvPr/>
          </p:nvSpPr>
          <p:spPr>
            <a:xfrm>
              <a:off x="0" y="0"/>
              <a:ext cx="16836795" cy="1714500"/>
            </a:xfrm>
            <a:prstGeom prst="rect">
              <a:avLst/>
            </a:prstGeom>
          </p:spPr>
          <p:txBody>
            <a:bodyPr lIns="0" tIns="0" rIns="0" bIns="0" rtlCol="0" anchor="t">
              <a:spAutoFit/>
            </a:bodyPr>
            <a:lstStyle/>
            <a:p>
              <a:pPr algn="l">
                <a:lnSpc>
                  <a:spcPts val="10199"/>
                </a:lnSpc>
              </a:pPr>
              <a:r>
                <a:rPr lang="en-US" sz="8499" dirty="0">
                  <a:solidFill>
                    <a:srgbClr val="A20E20"/>
                  </a:solidFill>
                  <a:latin typeface="TT Hoves Bold"/>
                  <a:ea typeface="TT Hoves Bold"/>
                  <a:cs typeface="TT Hoves Bold"/>
                  <a:sym typeface="TT Hoves Bold"/>
                </a:rPr>
                <a:t>Executive Summary</a:t>
              </a:r>
            </a:p>
          </p:txBody>
        </p:sp>
        <p:sp>
          <p:nvSpPr>
            <p:cNvPr id="18" name="TextBox 18"/>
            <p:cNvSpPr txBox="1"/>
            <p:nvPr/>
          </p:nvSpPr>
          <p:spPr>
            <a:xfrm>
              <a:off x="722823" y="3043628"/>
              <a:ext cx="13798470" cy="5667620"/>
            </a:xfrm>
            <a:prstGeom prst="rect">
              <a:avLst/>
            </a:prstGeom>
          </p:spPr>
          <p:txBody>
            <a:bodyPr lIns="0" tIns="0" rIns="0" bIns="0" rtlCol="0" anchor="t">
              <a:spAutoFit/>
            </a:bodyPr>
            <a:lstStyle/>
            <a:p>
              <a:pPr algn="l">
                <a:lnSpc>
                  <a:spcPts val="4759"/>
                </a:lnSpc>
              </a:pPr>
              <a:r>
                <a:rPr lang="en-US" sz="3399" u="none" dirty="0">
                  <a:solidFill>
                    <a:srgbClr val="2A2E3A"/>
                  </a:solidFill>
                  <a:latin typeface="Helios"/>
                  <a:ea typeface="Helios"/>
                  <a:cs typeface="Helios"/>
                  <a:sym typeface="Helios"/>
                </a:rPr>
                <a:t>A corporate law department within a law firm in the UAE is essential for handling the complex and dynamic legal landscape. This department will provide comprehensive legal services, ensuring compliance with local and international laws, facilitating mergers and acquisitions, advising on corporate governance, and managing litigation.</a:t>
              </a:r>
            </a:p>
          </p:txBody>
        </p:sp>
      </p:grpSp>
      <p:grpSp>
        <p:nvGrpSpPr>
          <p:cNvPr id="21" name="Group 21"/>
          <p:cNvGrpSpPr/>
          <p:nvPr/>
        </p:nvGrpSpPr>
        <p:grpSpPr>
          <a:xfrm rot="-10800000">
            <a:off x="14447117" y="-331087"/>
            <a:ext cx="7681766" cy="3540443"/>
            <a:chOff x="0" y="0"/>
            <a:chExt cx="406400" cy="187305"/>
          </a:xfrm>
        </p:grpSpPr>
        <p:sp>
          <p:nvSpPr>
            <p:cNvPr id="22" name="Freeform 22"/>
            <p:cNvSpPr/>
            <p:nvPr/>
          </p:nvSpPr>
          <p:spPr>
            <a:xfrm>
              <a:off x="0" y="0"/>
              <a:ext cx="406400" cy="187305"/>
            </a:xfrm>
            <a:custGeom>
              <a:avLst/>
              <a:gdLst/>
              <a:ahLst/>
              <a:cxnLst/>
              <a:rect l="l" t="t" r="r" b="b"/>
              <a:pathLst>
                <a:path w="406400" h="187305">
                  <a:moveTo>
                    <a:pt x="203200" y="0"/>
                  </a:moveTo>
                  <a:lnTo>
                    <a:pt x="203200" y="0"/>
                  </a:lnTo>
                  <a:lnTo>
                    <a:pt x="406400" y="187305"/>
                  </a:lnTo>
                  <a:lnTo>
                    <a:pt x="0" y="187305"/>
                  </a:lnTo>
                  <a:lnTo>
                    <a:pt x="203200" y="0"/>
                  </a:lnTo>
                  <a:close/>
                </a:path>
              </a:pathLst>
            </a:custGeom>
            <a:solidFill>
              <a:srgbClr val="E8223B">
                <a:alpha val="80000"/>
              </a:srgbClr>
            </a:solidFill>
          </p:spPr>
          <p:txBody>
            <a:bodyPr/>
            <a:lstStyle/>
            <a:p>
              <a:endParaRPr lang="en-IN"/>
            </a:p>
          </p:txBody>
        </p:sp>
        <p:sp>
          <p:nvSpPr>
            <p:cNvPr id="23" name="TextBox 23"/>
            <p:cNvSpPr txBox="1"/>
            <p:nvPr/>
          </p:nvSpPr>
          <p:spPr>
            <a:xfrm>
              <a:off x="127000" y="-38100"/>
              <a:ext cx="152400" cy="225405"/>
            </a:xfrm>
            <a:prstGeom prst="rect">
              <a:avLst/>
            </a:prstGeom>
          </p:spPr>
          <p:txBody>
            <a:bodyPr lIns="50800" tIns="50800" rIns="50800" bIns="50800" rtlCol="0" anchor="ctr"/>
            <a:lstStyle/>
            <a:p>
              <a:pPr algn="ctr">
                <a:lnSpc>
                  <a:spcPts val="2100"/>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324259" y="-2727870"/>
            <a:ext cx="21853498" cy="5455740"/>
            <a:chOff x="0" y="0"/>
            <a:chExt cx="1012092" cy="252670"/>
          </a:xfrm>
        </p:grpSpPr>
        <p:sp>
          <p:nvSpPr>
            <p:cNvPr id="3" name="Freeform 3"/>
            <p:cNvSpPr/>
            <p:nvPr/>
          </p:nvSpPr>
          <p:spPr>
            <a:xfrm>
              <a:off x="0" y="0"/>
              <a:ext cx="1012092" cy="252670"/>
            </a:xfrm>
            <a:custGeom>
              <a:avLst/>
              <a:gdLst/>
              <a:ahLst/>
              <a:cxnLst/>
              <a:rect l="l" t="t" r="r" b="b"/>
              <a:pathLst>
                <a:path w="1012092" h="252670">
                  <a:moveTo>
                    <a:pt x="203200" y="0"/>
                  </a:moveTo>
                  <a:lnTo>
                    <a:pt x="808892" y="0"/>
                  </a:lnTo>
                  <a:lnTo>
                    <a:pt x="1012092" y="252670"/>
                  </a:lnTo>
                  <a:lnTo>
                    <a:pt x="0" y="252670"/>
                  </a:lnTo>
                  <a:lnTo>
                    <a:pt x="203200" y="0"/>
                  </a:lnTo>
                  <a:close/>
                </a:path>
              </a:pathLst>
            </a:custGeom>
            <a:solidFill>
              <a:srgbClr val="E8223B"/>
            </a:solidFill>
          </p:spPr>
          <p:txBody>
            <a:bodyPr/>
            <a:lstStyle/>
            <a:p>
              <a:endParaRPr lang="en-IN"/>
            </a:p>
          </p:txBody>
        </p:sp>
        <p:sp>
          <p:nvSpPr>
            <p:cNvPr id="4" name="TextBox 4"/>
            <p:cNvSpPr txBox="1"/>
            <p:nvPr/>
          </p:nvSpPr>
          <p:spPr>
            <a:xfrm>
              <a:off x="127000" y="-38100"/>
              <a:ext cx="758092" cy="29077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rot="-10800000">
            <a:off x="-6258005" y="-88241"/>
            <a:ext cx="15118279" cy="3185392"/>
            <a:chOff x="0" y="0"/>
            <a:chExt cx="1216146" cy="256240"/>
          </a:xfrm>
        </p:grpSpPr>
        <p:sp>
          <p:nvSpPr>
            <p:cNvPr id="6" name="Freeform 6"/>
            <p:cNvSpPr/>
            <p:nvPr/>
          </p:nvSpPr>
          <p:spPr>
            <a:xfrm>
              <a:off x="0" y="0"/>
              <a:ext cx="1216146" cy="256240"/>
            </a:xfrm>
            <a:custGeom>
              <a:avLst/>
              <a:gdLst/>
              <a:ahLst/>
              <a:cxnLst/>
              <a:rect l="l" t="t" r="r" b="b"/>
              <a:pathLst>
                <a:path w="1216146" h="256240">
                  <a:moveTo>
                    <a:pt x="203200" y="0"/>
                  </a:moveTo>
                  <a:lnTo>
                    <a:pt x="1012946" y="0"/>
                  </a:lnTo>
                  <a:lnTo>
                    <a:pt x="1216146" y="256240"/>
                  </a:lnTo>
                  <a:lnTo>
                    <a:pt x="0" y="256240"/>
                  </a:lnTo>
                  <a:lnTo>
                    <a:pt x="203200" y="0"/>
                  </a:lnTo>
                  <a:close/>
                </a:path>
              </a:pathLst>
            </a:custGeom>
            <a:solidFill>
              <a:srgbClr val="A20E20"/>
            </a:solidFill>
          </p:spPr>
          <p:txBody>
            <a:bodyPr/>
            <a:lstStyle/>
            <a:p>
              <a:endParaRPr lang="en-IN"/>
            </a:p>
          </p:txBody>
        </p:sp>
        <p:sp>
          <p:nvSpPr>
            <p:cNvPr id="7" name="TextBox 7"/>
            <p:cNvSpPr txBox="1"/>
            <p:nvPr/>
          </p:nvSpPr>
          <p:spPr>
            <a:xfrm>
              <a:off x="127000" y="-38100"/>
              <a:ext cx="962146" cy="294340"/>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a:off x="533400" y="3674586"/>
            <a:ext cx="4195298" cy="5071653"/>
            <a:chOff x="0" y="0"/>
            <a:chExt cx="1335319" cy="1335744"/>
          </a:xfrm>
        </p:grpSpPr>
        <p:sp>
          <p:nvSpPr>
            <p:cNvPr id="9" name="Freeform 9"/>
            <p:cNvSpPr/>
            <p:nvPr/>
          </p:nvSpPr>
          <p:spPr>
            <a:xfrm>
              <a:off x="0" y="0"/>
              <a:ext cx="1335319" cy="1335744"/>
            </a:xfrm>
            <a:custGeom>
              <a:avLst/>
              <a:gdLst/>
              <a:ahLst/>
              <a:cxnLst/>
              <a:rect l="l" t="t" r="r" b="b"/>
              <a:pathLst>
                <a:path w="1335319" h="1335744">
                  <a:moveTo>
                    <a:pt x="0" y="0"/>
                  </a:moveTo>
                  <a:lnTo>
                    <a:pt x="1335319" y="0"/>
                  </a:lnTo>
                  <a:lnTo>
                    <a:pt x="1335319" y="1335744"/>
                  </a:lnTo>
                  <a:lnTo>
                    <a:pt x="0" y="1335744"/>
                  </a:lnTo>
                  <a:close/>
                </a:path>
              </a:pathLst>
            </a:custGeom>
            <a:solidFill>
              <a:srgbClr val="E4E4E4"/>
            </a:solidFill>
            <a:ln w="9525" cap="sq">
              <a:solidFill>
                <a:srgbClr val="2A2E3A"/>
              </a:solidFill>
              <a:prstDash val="solid"/>
              <a:miter/>
            </a:ln>
          </p:spPr>
          <p:txBody>
            <a:bodyPr/>
            <a:lstStyle/>
            <a:p>
              <a:endParaRPr lang="en-IN"/>
            </a:p>
          </p:txBody>
        </p:sp>
        <p:sp>
          <p:nvSpPr>
            <p:cNvPr id="10" name="TextBox 10"/>
            <p:cNvSpPr txBox="1"/>
            <p:nvPr/>
          </p:nvSpPr>
          <p:spPr>
            <a:xfrm>
              <a:off x="0" y="-38100"/>
              <a:ext cx="1335319" cy="1373844"/>
            </a:xfrm>
            <a:prstGeom prst="rect">
              <a:avLst/>
            </a:prstGeom>
          </p:spPr>
          <p:txBody>
            <a:bodyPr lIns="50800" tIns="50800" rIns="50800" bIns="50800" rtlCol="0" anchor="ctr"/>
            <a:lstStyle/>
            <a:p>
              <a:pPr algn="ctr">
                <a:lnSpc>
                  <a:spcPts val="2100"/>
                </a:lnSpc>
              </a:pPr>
              <a:endParaRPr/>
            </a:p>
          </p:txBody>
        </p:sp>
      </p:grpSp>
      <p:sp>
        <p:nvSpPr>
          <p:cNvPr id="11" name="TextBox 11"/>
          <p:cNvSpPr txBox="1"/>
          <p:nvPr/>
        </p:nvSpPr>
        <p:spPr>
          <a:xfrm>
            <a:off x="246869" y="165541"/>
            <a:ext cx="5943946" cy="2708434"/>
          </a:xfrm>
          <a:prstGeom prst="rect">
            <a:avLst/>
          </a:prstGeom>
        </p:spPr>
        <p:txBody>
          <a:bodyPr wrap="square" lIns="0" tIns="0" rIns="0" bIns="0" rtlCol="0" anchor="t">
            <a:spAutoFit/>
          </a:bodyPr>
          <a:lstStyle/>
          <a:p>
            <a:pPr algn="l"/>
            <a:r>
              <a:rPr lang="en-US" sz="4400" dirty="0">
                <a:solidFill>
                  <a:srgbClr val="FFFFFF"/>
                </a:solidFill>
                <a:latin typeface="TT Hoves Bold"/>
                <a:ea typeface="TT Hoves Bold"/>
                <a:cs typeface="TT Hoves Bold"/>
                <a:sym typeface="TT Hoves Bold"/>
              </a:rPr>
              <a:t>The corporate law department will specialize in key areas such as:</a:t>
            </a:r>
          </a:p>
        </p:txBody>
      </p:sp>
      <p:grpSp>
        <p:nvGrpSpPr>
          <p:cNvPr id="12" name="Group 12"/>
          <p:cNvGrpSpPr/>
          <p:nvPr/>
        </p:nvGrpSpPr>
        <p:grpSpPr>
          <a:xfrm>
            <a:off x="715500" y="6491370"/>
            <a:ext cx="3806999" cy="2079729"/>
            <a:chOff x="-2" y="-9525"/>
            <a:chExt cx="5075999" cy="2772971"/>
          </a:xfrm>
        </p:grpSpPr>
        <p:sp>
          <p:nvSpPr>
            <p:cNvPr id="13" name="TextBox 13"/>
            <p:cNvSpPr txBox="1"/>
            <p:nvPr/>
          </p:nvSpPr>
          <p:spPr>
            <a:xfrm>
              <a:off x="0" y="-9525"/>
              <a:ext cx="5075997" cy="622564"/>
            </a:xfrm>
            <a:prstGeom prst="rect">
              <a:avLst/>
            </a:prstGeom>
          </p:spPr>
          <p:txBody>
            <a:bodyPr wrap="square" lIns="0" tIns="0" rIns="0" bIns="0" rtlCol="0" anchor="t">
              <a:spAutoFit/>
            </a:bodyPr>
            <a:lstStyle/>
            <a:p>
              <a:pPr marL="0" lvl="0" indent="0" algn="ctr">
                <a:lnSpc>
                  <a:spcPts val="4079"/>
                </a:lnSpc>
                <a:spcBef>
                  <a:spcPct val="0"/>
                </a:spcBef>
              </a:pPr>
              <a:r>
                <a:rPr lang="en-US" sz="2400" u="none" dirty="0">
                  <a:solidFill>
                    <a:srgbClr val="2A2E3A"/>
                  </a:solidFill>
                  <a:latin typeface="Helios Bold"/>
                  <a:ea typeface="Helios Bold"/>
                  <a:cs typeface="Helios Bold"/>
                  <a:sym typeface="Helios Bold"/>
                </a:rPr>
                <a:t>Mergers and Acquisitions</a:t>
              </a:r>
            </a:p>
          </p:txBody>
        </p:sp>
        <p:sp>
          <p:nvSpPr>
            <p:cNvPr id="14" name="TextBox 14"/>
            <p:cNvSpPr txBox="1"/>
            <p:nvPr/>
          </p:nvSpPr>
          <p:spPr>
            <a:xfrm>
              <a:off x="-2" y="1074608"/>
              <a:ext cx="5075997" cy="1688838"/>
            </a:xfrm>
            <a:prstGeom prst="rect">
              <a:avLst/>
            </a:prstGeom>
          </p:spPr>
          <p:txBody>
            <a:bodyPr lIns="0" tIns="0" rIns="0" bIns="0" rtlCol="0" anchor="t">
              <a:spAutoFit/>
            </a:bodyPr>
            <a:lstStyle/>
            <a:p>
              <a:pPr algn="ctr">
                <a:lnSpc>
                  <a:spcPts val="3359"/>
                </a:lnSpc>
              </a:pPr>
              <a:r>
                <a:rPr lang="en-US" sz="2400" u="none" dirty="0">
                  <a:solidFill>
                    <a:srgbClr val="2A2E3A"/>
                  </a:solidFill>
                  <a:latin typeface="Helios"/>
                  <a:ea typeface="Helios"/>
                  <a:cs typeface="Helios"/>
                  <a:sym typeface="Helios"/>
                </a:rPr>
                <a:t>Assisting clients with complex transactions and regulatory compliance.</a:t>
              </a:r>
            </a:p>
          </p:txBody>
        </p:sp>
      </p:grpSp>
      <p:grpSp>
        <p:nvGrpSpPr>
          <p:cNvPr id="15" name="Group 15"/>
          <p:cNvGrpSpPr/>
          <p:nvPr/>
        </p:nvGrpSpPr>
        <p:grpSpPr>
          <a:xfrm>
            <a:off x="4288000" y="3529925"/>
            <a:ext cx="4756046" cy="5216314"/>
            <a:chOff x="0" y="-38100"/>
            <a:chExt cx="1335319" cy="1373844"/>
          </a:xfrm>
        </p:grpSpPr>
        <p:sp>
          <p:nvSpPr>
            <p:cNvPr id="16" name="Freeform 16"/>
            <p:cNvSpPr/>
            <p:nvPr/>
          </p:nvSpPr>
          <p:spPr>
            <a:xfrm>
              <a:off x="189992" y="0"/>
              <a:ext cx="1145327" cy="1335744"/>
            </a:xfrm>
            <a:custGeom>
              <a:avLst/>
              <a:gdLst/>
              <a:ahLst/>
              <a:cxnLst/>
              <a:rect l="l" t="t" r="r" b="b"/>
              <a:pathLst>
                <a:path w="1335319" h="1335744">
                  <a:moveTo>
                    <a:pt x="0" y="0"/>
                  </a:moveTo>
                  <a:lnTo>
                    <a:pt x="1335319" y="0"/>
                  </a:lnTo>
                  <a:lnTo>
                    <a:pt x="1335319" y="1335744"/>
                  </a:lnTo>
                  <a:lnTo>
                    <a:pt x="0" y="1335744"/>
                  </a:lnTo>
                  <a:close/>
                </a:path>
              </a:pathLst>
            </a:custGeom>
            <a:solidFill>
              <a:srgbClr val="E4E4E4"/>
            </a:solidFill>
            <a:ln w="9525" cap="sq">
              <a:solidFill>
                <a:srgbClr val="2A2E3A"/>
              </a:solidFill>
              <a:prstDash val="solid"/>
              <a:miter/>
            </a:ln>
          </p:spPr>
          <p:txBody>
            <a:bodyPr/>
            <a:lstStyle/>
            <a:p>
              <a:endParaRPr lang="en-IN"/>
            </a:p>
          </p:txBody>
        </p:sp>
        <p:sp>
          <p:nvSpPr>
            <p:cNvPr id="17" name="TextBox 17"/>
            <p:cNvSpPr txBox="1"/>
            <p:nvPr/>
          </p:nvSpPr>
          <p:spPr>
            <a:xfrm>
              <a:off x="0" y="-38100"/>
              <a:ext cx="1335319" cy="1373844"/>
            </a:xfrm>
            <a:prstGeom prst="rect">
              <a:avLst/>
            </a:prstGeom>
          </p:spPr>
          <p:txBody>
            <a:bodyPr lIns="50800" tIns="50800" rIns="50800" bIns="50800" rtlCol="0" anchor="ctr"/>
            <a:lstStyle/>
            <a:p>
              <a:pPr algn="ctr">
                <a:lnSpc>
                  <a:spcPts val="2100"/>
                </a:lnSpc>
              </a:pPr>
              <a:endParaRPr/>
            </a:p>
          </p:txBody>
        </p:sp>
      </p:grpSp>
      <p:grpSp>
        <p:nvGrpSpPr>
          <p:cNvPr id="18" name="Group 18"/>
          <p:cNvGrpSpPr/>
          <p:nvPr/>
        </p:nvGrpSpPr>
        <p:grpSpPr>
          <a:xfrm>
            <a:off x="5112054" y="6518200"/>
            <a:ext cx="3806998" cy="2053243"/>
            <a:chOff x="0" y="-9525"/>
            <a:chExt cx="5075997" cy="2737656"/>
          </a:xfrm>
        </p:grpSpPr>
        <p:sp>
          <p:nvSpPr>
            <p:cNvPr id="19" name="TextBox 19"/>
            <p:cNvSpPr txBox="1"/>
            <p:nvPr/>
          </p:nvSpPr>
          <p:spPr>
            <a:xfrm>
              <a:off x="0" y="-9525"/>
              <a:ext cx="5075997" cy="1363963"/>
            </a:xfrm>
            <a:prstGeom prst="rect">
              <a:avLst/>
            </a:prstGeom>
          </p:spPr>
          <p:txBody>
            <a:bodyPr wrap="square" lIns="0" tIns="0" rIns="0" bIns="0" rtlCol="0" anchor="t">
              <a:spAutoFit/>
            </a:bodyPr>
            <a:lstStyle>
              <a:defPPr>
                <a:defRPr lang="en-US"/>
              </a:defPPr>
              <a:lvl1pPr lvl="0" indent="0" algn="ctr">
                <a:lnSpc>
                  <a:spcPts val="4079"/>
                </a:lnSpc>
                <a:spcBef>
                  <a:spcPct val="0"/>
                </a:spcBef>
                <a:defRPr sz="2400" u="none">
                  <a:solidFill>
                    <a:srgbClr val="2A2E3A"/>
                  </a:solidFill>
                  <a:latin typeface="Helios Bold"/>
                  <a:ea typeface="Helios Bold"/>
                  <a:cs typeface="Helios Bold"/>
                </a:defRPr>
              </a:lvl1pPr>
            </a:lstStyle>
            <a:p>
              <a:r>
                <a:rPr lang="en-US" dirty="0">
                  <a:sym typeface="Helios Bold"/>
                </a:rPr>
                <a:t>Corporate Governance</a:t>
              </a:r>
            </a:p>
          </p:txBody>
        </p:sp>
        <p:sp>
          <p:nvSpPr>
            <p:cNvPr id="20" name="TextBox 20"/>
            <p:cNvSpPr txBox="1"/>
            <p:nvPr/>
          </p:nvSpPr>
          <p:spPr>
            <a:xfrm>
              <a:off x="0" y="1039291"/>
              <a:ext cx="5075997" cy="1688840"/>
            </a:xfrm>
            <a:prstGeom prst="rect">
              <a:avLst/>
            </a:prstGeom>
          </p:spPr>
          <p:txBody>
            <a:bodyPr lIns="0" tIns="0" rIns="0" bIns="0" rtlCol="0" anchor="t">
              <a:spAutoFit/>
            </a:bodyPr>
            <a:lstStyle/>
            <a:p>
              <a:pPr algn="ctr">
                <a:lnSpc>
                  <a:spcPts val="3359"/>
                </a:lnSpc>
              </a:pPr>
              <a:r>
                <a:rPr lang="en-US" sz="2400" u="none" dirty="0">
                  <a:solidFill>
                    <a:srgbClr val="2A2E3A"/>
                  </a:solidFill>
                  <a:latin typeface="Helios"/>
                  <a:ea typeface="Helios"/>
                  <a:cs typeface="Helios"/>
                  <a:sym typeface="Helios"/>
                </a:rPr>
                <a:t>Advising on best practices and ensuring compliance with local regulations.</a:t>
              </a:r>
            </a:p>
          </p:txBody>
        </p:sp>
      </p:grpSp>
      <p:grpSp>
        <p:nvGrpSpPr>
          <p:cNvPr id="21" name="Group 21"/>
          <p:cNvGrpSpPr/>
          <p:nvPr/>
        </p:nvGrpSpPr>
        <p:grpSpPr>
          <a:xfrm>
            <a:off x="9247127" y="3642546"/>
            <a:ext cx="4164073" cy="5071653"/>
            <a:chOff x="0" y="0"/>
            <a:chExt cx="1335319" cy="1335744"/>
          </a:xfrm>
        </p:grpSpPr>
        <p:sp>
          <p:nvSpPr>
            <p:cNvPr id="22" name="Freeform 22"/>
            <p:cNvSpPr/>
            <p:nvPr/>
          </p:nvSpPr>
          <p:spPr>
            <a:xfrm>
              <a:off x="0" y="0"/>
              <a:ext cx="1335319" cy="1335744"/>
            </a:xfrm>
            <a:custGeom>
              <a:avLst/>
              <a:gdLst/>
              <a:ahLst/>
              <a:cxnLst/>
              <a:rect l="l" t="t" r="r" b="b"/>
              <a:pathLst>
                <a:path w="1335319" h="1335744">
                  <a:moveTo>
                    <a:pt x="0" y="0"/>
                  </a:moveTo>
                  <a:lnTo>
                    <a:pt x="1335319" y="0"/>
                  </a:lnTo>
                  <a:lnTo>
                    <a:pt x="1335319" y="1335744"/>
                  </a:lnTo>
                  <a:lnTo>
                    <a:pt x="0" y="1335744"/>
                  </a:lnTo>
                  <a:close/>
                </a:path>
              </a:pathLst>
            </a:custGeom>
            <a:solidFill>
              <a:srgbClr val="E4E4E4"/>
            </a:solidFill>
            <a:ln w="9525" cap="sq">
              <a:solidFill>
                <a:srgbClr val="2A2E3A"/>
              </a:solidFill>
              <a:prstDash val="solid"/>
              <a:miter/>
            </a:ln>
          </p:spPr>
          <p:txBody>
            <a:bodyPr/>
            <a:lstStyle/>
            <a:p>
              <a:endParaRPr lang="en-IN"/>
            </a:p>
          </p:txBody>
        </p:sp>
        <p:sp>
          <p:nvSpPr>
            <p:cNvPr id="23" name="TextBox 23"/>
            <p:cNvSpPr txBox="1"/>
            <p:nvPr/>
          </p:nvSpPr>
          <p:spPr>
            <a:xfrm>
              <a:off x="0" y="-38100"/>
              <a:ext cx="1335319" cy="1373844"/>
            </a:xfrm>
            <a:prstGeom prst="rect">
              <a:avLst/>
            </a:prstGeom>
          </p:spPr>
          <p:txBody>
            <a:bodyPr lIns="50800" tIns="50800" rIns="50800" bIns="50800" rtlCol="0" anchor="ctr"/>
            <a:lstStyle/>
            <a:p>
              <a:pPr algn="ctr">
                <a:lnSpc>
                  <a:spcPts val="2100"/>
                </a:lnSpc>
              </a:pPr>
              <a:endParaRPr/>
            </a:p>
          </p:txBody>
        </p:sp>
      </p:grpSp>
      <p:grpSp>
        <p:nvGrpSpPr>
          <p:cNvPr id="24" name="Group 24"/>
          <p:cNvGrpSpPr/>
          <p:nvPr/>
        </p:nvGrpSpPr>
        <p:grpSpPr>
          <a:xfrm>
            <a:off x="9398048" y="6370709"/>
            <a:ext cx="3806998" cy="2200390"/>
            <a:chOff x="0" y="-9525"/>
            <a:chExt cx="5075997" cy="2933853"/>
          </a:xfrm>
        </p:grpSpPr>
        <p:sp>
          <p:nvSpPr>
            <p:cNvPr id="25" name="TextBox 25"/>
            <p:cNvSpPr txBox="1"/>
            <p:nvPr/>
          </p:nvSpPr>
          <p:spPr>
            <a:xfrm>
              <a:off x="0" y="-9525"/>
              <a:ext cx="5075997" cy="1363963"/>
            </a:xfrm>
            <a:prstGeom prst="rect">
              <a:avLst/>
            </a:prstGeom>
          </p:spPr>
          <p:txBody>
            <a:bodyPr wrap="square" lIns="0" tIns="0" rIns="0" bIns="0" rtlCol="0" anchor="t">
              <a:spAutoFit/>
            </a:bodyPr>
            <a:lstStyle>
              <a:defPPr>
                <a:defRPr lang="en-US"/>
              </a:defPPr>
              <a:lvl1pPr lvl="0" indent="0" algn="ctr">
                <a:lnSpc>
                  <a:spcPts val="4079"/>
                </a:lnSpc>
                <a:spcBef>
                  <a:spcPct val="0"/>
                </a:spcBef>
                <a:defRPr sz="2400" u="none">
                  <a:solidFill>
                    <a:srgbClr val="2A2E3A"/>
                  </a:solidFill>
                  <a:latin typeface="Helios Bold"/>
                  <a:ea typeface="Helios Bold"/>
                  <a:cs typeface="Helios Bold"/>
                </a:defRPr>
              </a:lvl1pPr>
            </a:lstStyle>
            <a:p>
              <a:r>
                <a:rPr lang="en-US" dirty="0">
                  <a:sym typeface="Helios Bold"/>
                </a:rPr>
                <a:t>Commercial Contracts</a:t>
              </a:r>
            </a:p>
          </p:txBody>
        </p:sp>
        <p:sp>
          <p:nvSpPr>
            <p:cNvPr id="26" name="TextBox 26"/>
            <p:cNvSpPr txBox="1"/>
            <p:nvPr/>
          </p:nvSpPr>
          <p:spPr>
            <a:xfrm>
              <a:off x="0" y="1235488"/>
              <a:ext cx="5075997" cy="1688840"/>
            </a:xfrm>
            <a:prstGeom prst="rect">
              <a:avLst/>
            </a:prstGeom>
          </p:spPr>
          <p:txBody>
            <a:bodyPr lIns="0" tIns="0" rIns="0" bIns="0" rtlCol="0" anchor="t">
              <a:spAutoFit/>
            </a:bodyPr>
            <a:lstStyle/>
            <a:p>
              <a:pPr algn="ctr">
                <a:lnSpc>
                  <a:spcPts val="3359"/>
                </a:lnSpc>
              </a:pPr>
              <a:r>
                <a:rPr lang="en-US" sz="2400" u="none" dirty="0">
                  <a:solidFill>
                    <a:srgbClr val="2A2E3A"/>
                  </a:solidFill>
                  <a:latin typeface="Helios"/>
                  <a:ea typeface="Helios"/>
                  <a:cs typeface="Helios"/>
                  <a:sym typeface="Helios"/>
                </a:rPr>
                <a:t>Drafting, reviewing, and negotiating various commercial agreements.</a:t>
              </a:r>
            </a:p>
          </p:txBody>
        </p:sp>
      </p:grpSp>
      <p:grpSp>
        <p:nvGrpSpPr>
          <p:cNvPr id="27" name="Group 27"/>
          <p:cNvGrpSpPr/>
          <p:nvPr/>
        </p:nvGrpSpPr>
        <p:grpSpPr>
          <a:xfrm>
            <a:off x="2019157" y="4696589"/>
            <a:ext cx="1199685" cy="1199685"/>
            <a:chOff x="0" y="0"/>
            <a:chExt cx="1599580" cy="1599580"/>
          </a:xfrm>
        </p:grpSpPr>
        <p:grpSp>
          <p:nvGrpSpPr>
            <p:cNvPr id="28" name="Group 28"/>
            <p:cNvGrpSpPr/>
            <p:nvPr/>
          </p:nvGrpSpPr>
          <p:grpSpPr>
            <a:xfrm>
              <a:off x="0" y="0"/>
              <a:ext cx="1599580" cy="1599580"/>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223B"/>
              </a:solidFill>
            </p:spPr>
            <p:txBody>
              <a:bodyPr/>
              <a:lstStyle/>
              <a:p>
                <a:endParaRPr lang="en-IN"/>
              </a:p>
            </p:txBody>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31" name="Freeform 31"/>
            <p:cNvSpPr/>
            <p:nvPr/>
          </p:nvSpPr>
          <p:spPr>
            <a:xfrm>
              <a:off x="479047" y="397031"/>
              <a:ext cx="641486" cy="805519"/>
            </a:xfrm>
            <a:custGeom>
              <a:avLst/>
              <a:gdLst/>
              <a:ahLst/>
              <a:cxnLst/>
              <a:rect l="l" t="t" r="r" b="b"/>
              <a:pathLst>
                <a:path w="641486" h="805519">
                  <a:moveTo>
                    <a:pt x="0" y="0"/>
                  </a:moveTo>
                  <a:lnTo>
                    <a:pt x="641486" y="0"/>
                  </a:lnTo>
                  <a:lnTo>
                    <a:pt x="641486" y="805519"/>
                  </a:lnTo>
                  <a:lnTo>
                    <a:pt x="0" y="8055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grpSp>
        <p:nvGrpSpPr>
          <p:cNvPr id="32" name="Group 32"/>
          <p:cNvGrpSpPr/>
          <p:nvPr/>
        </p:nvGrpSpPr>
        <p:grpSpPr>
          <a:xfrm>
            <a:off x="6345205" y="4722983"/>
            <a:ext cx="1199685" cy="1199685"/>
            <a:chOff x="0" y="0"/>
            <a:chExt cx="1599580" cy="1599580"/>
          </a:xfrm>
        </p:grpSpPr>
        <p:grpSp>
          <p:nvGrpSpPr>
            <p:cNvPr id="33" name="Group 33"/>
            <p:cNvGrpSpPr/>
            <p:nvPr/>
          </p:nvGrpSpPr>
          <p:grpSpPr>
            <a:xfrm>
              <a:off x="0" y="0"/>
              <a:ext cx="1599580" cy="1599580"/>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223B"/>
              </a:solidFill>
            </p:spPr>
            <p:txBody>
              <a:bodyPr/>
              <a:lstStyle/>
              <a:p>
                <a:endParaRPr lang="en-IN"/>
              </a:p>
            </p:txBody>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36" name="Freeform 36"/>
            <p:cNvSpPr/>
            <p:nvPr/>
          </p:nvSpPr>
          <p:spPr>
            <a:xfrm>
              <a:off x="408130" y="460826"/>
              <a:ext cx="783321" cy="677929"/>
            </a:xfrm>
            <a:custGeom>
              <a:avLst/>
              <a:gdLst/>
              <a:ahLst/>
              <a:cxnLst/>
              <a:rect l="l" t="t" r="r" b="b"/>
              <a:pathLst>
                <a:path w="783321" h="677929">
                  <a:moveTo>
                    <a:pt x="0" y="0"/>
                  </a:moveTo>
                  <a:lnTo>
                    <a:pt x="783321" y="0"/>
                  </a:lnTo>
                  <a:lnTo>
                    <a:pt x="783321" y="677929"/>
                  </a:lnTo>
                  <a:lnTo>
                    <a:pt x="0" y="6779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grpSp>
        <p:nvGrpSpPr>
          <p:cNvPr id="37" name="Group 37"/>
          <p:cNvGrpSpPr/>
          <p:nvPr/>
        </p:nvGrpSpPr>
        <p:grpSpPr>
          <a:xfrm>
            <a:off x="10701705" y="4575928"/>
            <a:ext cx="1199685" cy="1199685"/>
            <a:chOff x="0" y="0"/>
            <a:chExt cx="1599580" cy="1599580"/>
          </a:xfrm>
        </p:grpSpPr>
        <p:grpSp>
          <p:nvGrpSpPr>
            <p:cNvPr id="38" name="Group 38"/>
            <p:cNvGrpSpPr/>
            <p:nvPr/>
          </p:nvGrpSpPr>
          <p:grpSpPr>
            <a:xfrm>
              <a:off x="0" y="0"/>
              <a:ext cx="1599580" cy="1599580"/>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223B"/>
              </a:solidFill>
            </p:spPr>
            <p:txBody>
              <a:bodyPr/>
              <a:lstStyle/>
              <a:p>
                <a:endParaRPr lang="en-IN"/>
              </a:p>
            </p:txBody>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41" name="Freeform 41"/>
            <p:cNvSpPr/>
            <p:nvPr/>
          </p:nvSpPr>
          <p:spPr>
            <a:xfrm>
              <a:off x="367408" y="479827"/>
              <a:ext cx="864764" cy="639925"/>
            </a:xfrm>
            <a:custGeom>
              <a:avLst/>
              <a:gdLst/>
              <a:ahLst/>
              <a:cxnLst/>
              <a:rect l="l" t="t" r="r" b="b"/>
              <a:pathLst>
                <a:path w="864764" h="639925">
                  <a:moveTo>
                    <a:pt x="0" y="0"/>
                  </a:moveTo>
                  <a:lnTo>
                    <a:pt x="864764" y="0"/>
                  </a:lnTo>
                  <a:lnTo>
                    <a:pt x="864764" y="639926"/>
                  </a:lnTo>
                  <a:lnTo>
                    <a:pt x="0" y="6399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grpSp>
      <p:grpSp>
        <p:nvGrpSpPr>
          <p:cNvPr id="42" name="Group 42"/>
          <p:cNvGrpSpPr/>
          <p:nvPr/>
        </p:nvGrpSpPr>
        <p:grpSpPr>
          <a:xfrm>
            <a:off x="13814230" y="9258300"/>
            <a:ext cx="5765006" cy="1028700"/>
            <a:chOff x="0" y="0"/>
            <a:chExt cx="7686674" cy="1371600"/>
          </a:xfrm>
        </p:grpSpPr>
        <p:grpSp>
          <p:nvGrpSpPr>
            <p:cNvPr id="43" name="Group 43"/>
            <p:cNvGrpSpPr/>
            <p:nvPr/>
          </p:nvGrpSpPr>
          <p:grpSpPr>
            <a:xfrm>
              <a:off x="0" y="0"/>
              <a:ext cx="7686674" cy="1371600"/>
              <a:chOff x="0" y="0"/>
              <a:chExt cx="1049690" cy="187305"/>
            </a:xfrm>
          </p:grpSpPr>
          <p:sp>
            <p:nvSpPr>
              <p:cNvPr id="44" name="Freeform 44"/>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45" name="TextBox 45"/>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46" name="TextBox 46"/>
            <p:cNvSpPr txBox="1"/>
            <p:nvPr/>
          </p:nvSpPr>
          <p:spPr>
            <a:xfrm>
              <a:off x="1942883" y="475615"/>
              <a:ext cx="2698286" cy="391795"/>
            </a:xfrm>
            <a:prstGeom prst="rect">
              <a:avLst/>
            </a:prstGeom>
          </p:spPr>
          <p:txBody>
            <a:bodyPr lIns="0" tIns="0" rIns="0" bIns="0" rtlCol="0" anchor="t">
              <a:spAutoFit/>
            </a:bodyPr>
            <a:lstStyle/>
            <a:p>
              <a:pPr marL="0" lvl="0" indent="0" algn="r">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sp>
        <p:nvSpPr>
          <p:cNvPr id="47" name="TextBox 47"/>
          <p:cNvSpPr txBox="1"/>
          <p:nvPr/>
        </p:nvSpPr>
        <p:spPr>
          <a:xfrm>
            <a:off x="10048007" y="-1396293"/>
            <a:ext cx="7551264" cy="2616101"/>
          </a:xfrm>
          <a:prstGeom prst="rect">
            <a:avLst/>
          </a:prstGeom>
        </p:spPr>
        <p:txBody>
          <a:bodyPr wrap="square" lIns="0" tIns="0" rIns="0" bIns="0" rtlCol="0" anchor="t">
            <a:spAutoFit/>
          </a:bodyPr>
          <a:lstStyle/>
          <a:p>
            <a:pPr algn="l">
              <a:lnSpc>
                <a:spcPts val="10199"/>
              </a:lnSpc>
            </a:pPr>
            <a:r>
              <a:rPr lang="en-US" sz="9600" dirty="0">
                <a:solidFill>
                  <a:srgbClr val="FFFFFF"/>
                </a:solidFill>
                <a:latin typeface="TT Hoves Bold"/>
                <a:ea typeface="TT Hoves Bold"/>
                <a:cs typeface="TT Hoves Bold"/>
                <a:sym typeface="TT Hoves Bold"/>
              </a:rPr>
              <a:t>Summary Background</a:t>
            </a:r>
          </a:p>
        </p:txBody>
      </p:sp>
      <p:grpSp>
        <p:nvGrpSpPr>
          <p:cNvPr id="48" name="Group 21">
            <a:extLst>
              <a:ext uri="{FF2B5EF4-FFF2-40B4-BE49-F238E27FC236}">
                <a16:creationId xmlns:a16="http://schemas.microsoft.com/office/drawing/2014/main" id="{C04B43F1-C875-F887-A41C-C8FDF736ADD9}"/>
              </a:ext>
            </a:extLst>
          </p:cNvPr>
          <p:cNvGrpSpPr/>
          <p:nvPr/>
        </p:nvGrpSpPr>
        <p:grpSpPr>
          <a:xfrm>
            <a:off x="13614281" y="3628509"/>
            <a:ext cx="4164073" cy="5071653"/>
            <a:chOff x="0" y="0"/>
            <a:chExt cx="1335319" cy="1335744"/>
          </a:xfrm>
        </p:grpSpPr>
        <p:sp>
          <p:nvSpPr>
            <p:cNvPr id="49" name="Freeform 22">
              <a:extLst>
                <a:ext uri="{FF2B5EF4-FFF2-40B4-BE49-F238E27FC236}">
                  <a16:creationId xmlns:a16="http://schemas.microsoft.com/office/drawing/2014/main" id="{85554FA1-BA42-F0C9-1309-C9C64A33FAF0}"/>
                </a:ext>
              </a:extLst>
            </p:cNvPr>
            <p:cNvSpPr/>
            <p:nvPr/>
          </p:nvSpPr>
          <p:spPr>
            <a:xfrm>
              <a:off x="0" y="0"/>
              <a:ext cx="1335319" cy="1335744"/>
            </a:xfrm>
            <a:custGeom>
              <a:avLst/>
              <a:gdLst/>
              <a:ahLst/>
              <a:cxnLst/>
              <a:rect l="l" t="t" r="r" b="b"/>
              <a:pathLst>
                <a:path w="1335319" h="1335744">
                  <a:moveTo>
                    <a:pt x="0" y="0"/>
                  </a:moveTo>
                  <a:lnTo>
                    <a:pt x="1335319" y="0"/>
                  </a:lnTo>
                  <a:lnTo>
                    <a:pt x="1335319" y="1335744"/>
                  </a:lnTo>
                  <a:lnTo>
                    <a:pt x="0" y="1335744"/>
                  </a:lnTo>
                  <a:close/>
                </a:path>
              </a:pathLst>
            </a:custGeom>
            <a:solidFill>
              <a:srgbClr val="E4E4E4"/>
            </a:solidFill>
            <a:ln w="9525" cap="sq">
              <a:solidFill>
                <a:srgbClr val="2A2E3A"/>
              </a:solidFill>
              <a:prstDash val="solid"/>
              <a:miter/>
            </a:ln>
          </p:spPr>
          <p:txBody>
            <a:bodyPr/>
            <a:lstStyle/>
            <a:p>
              <a:endParaRPr lang="en-IN"/>
            </a:p>
          </p:txBody>
        </p:sp>
        <p:sp>
          <p:nvSpPr>
            <p:cNvPr id="50" name="TextBox 23">
              <a:extLst>
                <a:ext uri="{FF2B5EF4-FFF2-40B4-BE49-F238E27FC236}">
                  <a16:creationId xmlns:a16="http://schemas.microsoft.com/office/drawing/2014/main" id="{828BFD87-894E-3972-1194-5BAADA11FAC7}"/>
                </a:ext>
              </a:extLst>
            </p:cNvPr>
            <p:cNvSpPr txBox="1"/>
            <p:nvPr/>
          </p:nvSpPr>
          <p:spPr>
            <a:xfrm>
              <a:off x="0" y="-38100"/>
              <a:ext cx="1335319" cy="1373844"/>
            </a:xfrm>
            <a:prstGeom prst="rect">
              <a:avLst/>
            </a:prstGeom>
          </p:spPr>
          <p:txBody>
            <a:bodyPr lIns="50800" tIns="50800" rIns="50800" bIns="50800" rtlCol="0" anchor="ctr"/>
            <a:lstStyle/>
            <a:p>
              <a:pPr algn="ctr">
                <a:lnSpc>
                  <a:spcPts val="2100"/>
                </a:lnSpc>
              </a:pPr>
              <a:endParaRPr/>
            </a:p>
          </p:txBody>
        </p:sp>
      </p:grpSp>
      <p:grpSp>
        <p:nvGrpSpPr>
          <p:cNvPr id="51" name="Group 24">
            <a:extLst>
              <a:ext uri="{FF2B5EF4-FFF2-40B4-BE49-F238E27FC236}">
                <a16:creationId xmlns:a16="http://schemas.microsoft.com/office/drawing/2014/main" id="{D53662F6-2865-7930-9BEC-D5D8897C9ABC}"/>
              </a:ext>
            </a:extLst>
          </p:cNvPr>
          <p:cNvGrpSpPr/>
          <p:nvPr/>
        </p:nvGrpSpPr>
        <p:grpSpPr>
          <a:xfrm>
            <a:off x="13765202" y="6356672"/>
            <a:ext cx="3806998" cy="2214427"/>
            <a:chOff x="0" y="-9525"/>
            <a:chExt cx="5075997" cy="2952568"/>
          </a:xfrm>
        </p:grpSpPr>
        <p:sp>
          <p:nvSpPr>
            <p:cNvPr id="52" name="TextBox 25">
              <a:extLst>
                <a:ext uri="{FF2B5EF4-FFF2-40B4-BE49-F238E27FC236}">
                  <a16:creationId xmlns:a16="http://schemas.microsoft.com/office/drawing/2014/main" id="{885C7174-080A-E964-773D-4F9E402A5554}"/>
                </a:ext>
              </a:extLst>
            </p:cNvPr>
            <p:cNvSpPr txBox="1"/>
            <p:nvPr/>
          </p:nvSpPr>
          <p:spPr>
            <a:xfrm>
              <a:off x="0" y="-9525"/>
              <a:ext cx="5075996" cy="1363964"/>
            </a:xfrm>
            <a:prstGeom prst="rect">
              <a:avLst/>
            </a:prstGeom>
          </p:spPr>
          <p:txBody>
            <a:bodyPr wrap="square" lIns="0" tIns="0" rIns="0" bIns="0" rtlCol="0" anchor="t">
              <a:spAutoFit/>
            </a:bodyPr>
            <a:lstStyle>
              <a:defPPr>
                <a:defRPr lang="en-US"/>
              </a:defPPr>
              <a:lvl1pPr lvl="0" indent="0" algn="ctr">
                <a:lnSpc>
                  <a:spcPts val="4079"/>
                </a:lnSpc>
                <a:spcBef>
                  <a:spcPct val="0"/>
                </a:spcBef>
                <a:defRPr sz="2400" u="none">
                  <a:solidFill>
                    <a:srgbClr val="2A2E3A"/>
                  </a:solidFill>
                  <a:latin typeface="Helios Bold"/>
                  <a:ea typeface="Helios Bold"/>
                  <a:cs typeface="Helios Bold"/>
                </a:defRPr>
              </a:lvl1pPr>
            </a:lstStyle>
            <a:p>
              <a:r>
                <a:rPr lang="en-US" dirty="0">
                  <a:sym typeface="Helios Bold"/>
                </a:rPr>
                <a:t> Litigation &amp; Dispute Resolution</a:t>
              </a:r>
            </a:p>
          </p:txBody>
        </p:sp>
        <p:sp>
          <p:nvSpPr>
            <p:cNvPr id="53" name="TextBox 26">
              <a:extLst>
                <a:ext uri="{FF2B5EF4-FFF2-40B4-BE49-F238E27FC236}">
                  <a16:creationId xmlns:a16="http://schemas.microsoft.com/office/drawing/2014/main" id="{6D3C51E3-580C-DAE3-DC01-439B3CA296FF}"/>
                </a:ext>
              </a:extLst>
            </p:cNvPr>
            <p:cNvSpPr txBox="1"/>
            <p:nvPr/>
          </p:nvSpPr>
          <p:spPr>
            <a:xfrm>
              <a:off x="0" y="1254203"/>
              <a:ext cx="5075997" cy="1688840"/>
            </a:xfrm>
            <a:prstGeom prst="rect">
              <a:avLst/>
            </a:prstGeom>
          </p:spPr>
          <p:txBody>
            <a:bodyPr lIns="0" tIns="0" rIns="0" bIns="0" rtlCol="0" anchor="t">
              <a:spAutoFit/>
            </a:bodyPr>
            <a:lstStyle/>
            <a:p>
              <a:pPr algn="ctr">
                <a:lnSpc>
                  <a:spcPts val="3359"/>
                </a:lnSpc>
              </a:pPr>
              <a:r>
                <a:rPr lang="en-US" sz="2400" u="none" dirty="0">
                  <a:solidFill>
                    <a:srgbClr val="2A2E3A"/>
                  </a:solidFill>
                  <a:latin typeface="Helios"/>
                  <a:ea typeface="Helios"/>
                  <a:cs typeface="Helios"/>
                  <a:sym typeface="Helios"/>
                </a:rPr>
                <a:t>Representing clients in corporate disputes and litigation.</a:t>
              </a:r>
            </a:p>
          </p:txBody>
        </p:sp>
      </p:grpSp>
      <p:grpSp>
        <p:nvGrpSpPr>
          <p:cNvPr id="60" name="Group 27">
            <a:extLst>
              <a:ext uri="{FF2B5EF4-FFF2-40B4-BE49-F238E27FC236}">
                <a16:creationId xmlns:a16="http://schemas.microsoft.com/office/drawing/2014/main" id="{4796CBD6-ED4E-96E1-1CFE-4958CDE72DF9}"/>
              </a:ext>
            </a:extLst>
          </p:cNvPr>
          <p:cNvGrpSpPr/>
          <p:nvPr/>
        </p:nvGrpSpPr>
        <p:grpSpPr>
          <a:xfrm>
            <a:off x="15309715" y="4584151"/>
            <a:ext cx="1199685" cy="1199685"/>
            <a:chOff x="0" y="0"/>
            <a:chExt cx="1599580" cy="1599580"/>
          </a:xfrm>
        </p:grpSpPr>
        <p:grpSp>
          <p:nvGrpSpPr>
            <p:cNvPr id="61" name="Group 28">
              <a:extLst>
                <a:ext uri="{FF2B5EF4-FFF2-40B4-BE49-F238E27FC236}">
                  <a16:creationId xmlns:a16="http://schemas.microsoft.com/office/drawing/2014/main" id="{E659C1BA-DC2A-3B50-9BCD-3A55E2FF93BF}"/>
                </a:ext>
              </a:extLst>
            </p:cNvPr>
            <p:cNvGrpSpPr/>
            <p:nvPr/>
          </p:nvGrpSpPr>
          <p:grpSpPr>
            <a:xfrm>
              <a:off x="0" y="0"/>
              <a:ext cx="1599580" cy="1599580"/>
              <a:chOff x="0" y="0"/>
              <a:chExt cx="812800" cy="812800"/>
            </a:xfrm>
          </p:grpSpPr>
          <p:sp>
            <p:nvSpPr>
              <p:cNvPr id="63" name="Freeform 29">
                <a:extLst>
                  <a:ext uri="{FF2B5EF4-FFF2-40B4-BE49-F238E27FC236}">
                    <a16:creationId xmlns:a16="http://schemas.microsoft.com/office/drawing/2014/main" id="{FFA1B6B2-0D9F-AE63-CF3E-41F2525F5F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223B"/>
              </a:solidFill>
            </p:spPr>
            <p:txBody>
              <a:bodyPr/>
              <a:lstStyle/>
              <a:p>
                <a:endParaRPr lang="en-IN"/>
              </a:p>
            </p:txBody>
          </p:sp>
          <p:sp>
            <p:nvSpPr>
              <p:cNvPr id="64" name="TextBox 30">
                <a:extLst>
                  <a:ext uri="{FF2B5EF4-FFF2-40B4-BE49-F238E27FC236}">
                    <a16:creationId xmlns:a16="http://schemas.microsoft.com/office/drawing/2014/main" id="{AAFAD52F-5E83-598B-AB7E-7F0F1E58C5C4}"/>
                  </a:ext>
                </a:extLst>
              </p:cNvPr>
              <p:cNvSpPr txBox="1"/>
              <p:nvPr/>
            </p:nvSpPr>
            <p:spPr>
              <a:xfrm>
                <a:off x="76200" y="38100"/>
                <a:ext cx="660400" cy="698500"/>
              </a:xfrm>
              <a:prstGeom prst="rect">
                <a:avLst/>
              </a:prstGeom>
            </p:spPr>
            <p:txBody>
              <a:bodyPr lIns="50800" tIns="50800" rIns="50800" bIns="50800" rtlCol="0" anchor="ctr"/>
              <a:lstStyle/>
              <a:p>
                <a:pPr algn="ctr">
                  <a:lnSpc>
                    <a:spcPts val="2100"/>
                  </a:lnSpc>
                </a:pPr>
                <a:endParaRPr/>
              </a:p>
            </p:txBody>
          </p:sp>
        </p:grpSp>
        <p:sp>
          <p:nvSpPr>
            <p:cNvPr id="62" name="Freeform 31">
              <a:extLst>
                <a:ext uri="{FF2B5EF4-FFF2-40B4-BE49-F238E27FC236}">
                  <a16:creationId xmlns:a16="http://schemas.microsoft.com/office/drawing/2014/main" id="{E5AB4FF2-7AD5-90A6-CA35-C2551258BAFE}"/>
                </a:ext>
              </a:extLst>
            </p:cNvPr>
            <p:cNvSpPr/>
            <p:nvPr/>
          </p:nvSpPr>
          <p:spPr>
            <a:xfrm>
              <a:off x="479047" y="397031"/>
              <a:ext cx="641486" cy="805519"/>
            </a:xfrm>
            <a:custGeom>
              <a:avLst/>
              <a:gdLst/>
              <a:ahLst/>
              <a:cxnLst/>
              <a:rect l="l" t="t" r="r" b="b"/>
              <a:pathLst>
                <a:path w="641486" h="805519">
                  <a:moveTo>
                    <a:pt x="0" y="0"/>
                  </a:moveTo>
                  <a:lnTo>
                    <a:pt x="641486" y="0"/>
                  </a:lnTo>
                  <a:lnTo>
                    <a:pt x="641486" y="805519"/>
                  </a:lnTo>
                  <a:lnTo>
                    <a:pt x="0" y="80551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10629900" cy="2408942"/>
            <a:chOff x="0" y="0"/>
            <a:chExt cx="14173201" cy="3211922"/>
          </a:xfrm>
        </p:grpSpPr>
        <p:sp>
          <p:nvSpPr>
            <p:cNvPr id="3" name="TextBox 3"/>
            <p:cNvSpPr txBox="1"/>
            <p:nvPr/>
          </p:nvSpPr>
          <p:spPr>
            <a:xfrm>
              <a:off x="0" y="0"/>
              <a:ext cx="13354426" cy="1714500"/>
            </a:xfrm>
            <a:prstGeom prst="rect">
              <a:avLst/>
            </a:prstGeom>
          </p:spPr>
          <p:txBody>
            <a:bodyPr lIns="0" tIns="0" rIns="0" bIns="0" rtlCol="0" anchor="t">
              <a:spAutoFit/>
            </a:bodyPr>
            <a:lstStyle/>
            <a:p>
              <a:pPr algn="l">
                <a:lnSpc>
                  <a:spcPts val="10199"/>
                </a:lnSpc>
              </a:pPr>
              <a:r>
                <a:rPr lang="en-US" sz="8499" dirty="0">
                  <a:solidFill>
                    <a:srgbClr val="A20E20"/>
                  </a:solidFill>
                  <a:latin typeface="TT Hoves Bold"/>
                  <a:ea typeface="TT Hoves Bold"/>
                  <a:cs typeface="TT Hoves Bold"/>
                  <a:sym typeface="TT Hoves Bold"/>
                </a:rPr>
                <a:t>Sector Focus</a:t>
              </a:r>
            </a:p>
          </p:txBody>
        </p:sp>
        <p:sp>
          <p:nvSpPr>
            <p:cNvPr id="4" name="TextBox 4"/>
            <p:cNvSpPr txBox="1"/>
            <p:nvPr/>
          </p:nvSpPr>
          <p:spPr>
            <a:xfrm>
              <a:off x="0" y="1647989"/>
              <a:ext cx="14173201" cy="1563933"/>
            </a:xfrm>
            <a:prstGeom prst="rect">
              <a:avLst/>
            </a:prstGeom>
          </p:spPr>
          <p:txBody>
            <a:bodyPr wrap="square" lIns="0" tIns="0" rIns="0" bIns="0" rtlCol="0" anchor="t">
              <a:spAutoFit/>
            </a:bodyPr>
            <a:lstStyle/>
            <a:p>
              <a:pPr algn="l">
                <a:lnSpc>
                  <a:spcPts val="4759"/>
                </a:lnSpc>
              </a:pPr>
              <a:r>
                <a:rPr lang="en-US" sz="3399" u="none" dirty="0">
                  <a:solidFill>
                    <a:srgbClr val="2A2E3A"/>
                  </a:solidFill>
                  <a:latin typeface="Helios"/>
                  <a:ea typeface="Helios"/>
                  <a:cs typeface="Helios"/>
                  <a:sym typeface="Helios"/>
                </a:rPr>
                <a:t>The department will focus on sectors with significant growth and investment in the UAE, including:</a:t>
              </a:r>
            </a:p>
          </p:txBody>
        </p:sp>
      </p:grpSp>
      <p:grpSp>
        <p:nvGrpSpPr>
          <p:cNvPr id="5" name="Group 5"/>
          <p:cNvGrpSpPr/>
          <p:nvPr/>
        </p:nvGrpSpPr>
        <p:grpSpPr>
          <a:xfrm>
            <a:off x="1028700" y="3611410"/>
            <a:ext cx="8787732" cy="4996560"/>
            <a:chOff x="0" y="0"/>
            <a:chExt cx="2314464" cy="1315967"/>
          </a:xfrm>
        </p:grpSpPr>
        <p:sp>
          <p:nvSpPr>
            <p:cNvPr id="6" name="Freeform 6"/>
            <p:cNvSpPr/>
            <p:nvPr/>
          </p:nvSpPr>
          <p:spPr>
            <a:xfrm>
              <a:off x="0" y="0"/>
              <a:ext cx="2314465" cy="1315967"/>
            </a:xfrm>
            <a:custGeom>
              <a:avLst/>
              <a:gdLst/>
              <a:ahLst/>
              <a:cxnLst/>
              <a:rect l="l" t="t" r="r" b="b"/>
              <a:pathLst>
                <a:path w="2314465" h="1315967">
                  <a:moveTo>
                    <a:pt x="0" y="0"/>
                  </a:moveTo>
                  <a:lnTo>
                    <a:pt x="2314465" y="0"/>
                  </a:lnTo>
                  <a:lnTo>
                    <a:pt x="2314465" y="1315967"/>
                  </a:lnTo>
                  <a:lnTo>
                    <a:pt x="0" y="1315967"/>
                  </a:lnTo>
                  <a:close/>
                </a:path>
              </a:pathLst>
            </a:custGeom>
            <a:solidFill>
              <a:srgbClr val="E4E4E4"/>
            </a:solidFill>
            <a:ln w="9525" cap="sq">
              <a:solidFill>
                <a:srgbClr val="2A2E3A"/>
              </a:solidFill>
              <a:prstDash val="solid"/>
              <a:miter/>
            </a:ln>
          </p:spPr>
          <p:txBody>
            <a:bodyPr/>
            <a:lstStyle/>
            <a:p>
              <a:endParaRPr lang="en-IN"/>
            </a:p>
          </p:txBody>
        </p:sp>
        <p:sp>
          <p:nvSpPr>
            <p:cNvPr id="7" name="TextBox 7"/>
            <p:cNvSpPr txBox="1"/>
            <p:nvPr/>
          </p:nvSpPr>
          <p:spPr>
            <a:xfrm>
              <a:off x="0" y="-38100"/>
              <a:ext cx="2314464" cy="1354067"/>
            </a:xfrm>
            <a:prstGeom prst="rect">
              <a:avLst/>
            </a:prstGeom>
          </p:spPr>
          <p:txBody>
            <a:bodyPr lIns="50800" tIns="50800" rIns="50800" bIns="50800" rtlCol="0" anchor="ctr"/>
            <a:lstStyle/>
            <a:p>
              <a:pPr algn="ctr">
                <a:lnSpc>
                  <a:spcPts val="2100"/>
                </a:lnSpc>
              </a:pPr>
              <a:endParaRPr/>
            </a:p>
          </p:txBody>
        </p:sp>
      </p:grpSp>
      <p:pic>
        <p:nvPicPr>
          <p:cNvPr id="8" name="Picture 8"/>
          <p:cNvPicPr>
            <a:picLocks noChangeAspect="1"/>
          </p:cNvPicPr>
          <p:nvPr/>
        </p:nvPicPr>
        <p:blipFill>
          <a:blip r:embed="rId2"/>
          <a:stretch>
            <a:fillRect/>
          </a:stretch>
        </p:blipFill>
        <p:spPr>
          <a:xfrm>
            <a:off x="965667" y="3553138"/>
            <a:ext cx="8913798" cy="5113102"/>
          </a:xfrm>
          <a:prstGeom prst="rect">
            <a:avLst/>
          </a:prstGeom>
        </p:spPr>
      </p:pic>
      <p:grpSp>
        <p:nvGrpSpPr>
          <p:cNvPr id="9" name="Group 9"/>
          <p:cNvGrpSpPr/>
          <p:nvPr/>
        </p:nvGrpSpPr>
        <p:grpSpPr>
          <a:xfrm>
            <a:off x="10554229" y="4371587"/>
            <a:ext cx="6705071" cy="3097238"/>
            <a:chOff x="-32084" y="766159"/>
            <a:chExt cx="8940094" cy="4129651"/>
          </a:xfrm>
        </p:grpSpPr>
        <p:sp>
          <p:nvSpPr>
            <p:cNvPr id="10" name="TextBox 10"/>
            <p:cNvSpPr txBox="1"/>
            <p:nvPr/>
          </p:nvSpPr>
          <p:spPr>
            <a:xfrm>
              <a:off x="0" y="766159"/>
              <a:ext cx="8908010" cy="662916"/>
            </a:xfrm>
            <a:prstGeom prst="rect">
              <a:avLst/>
            </a:prstGeom>
          </p:spPr>
          <p:txBody>
            <a:bodyPr lIns="0" tIns="0" rIns="0" bIns="0" rtlCol="0" anchor="t">
              <a:spAutoFit/>
            </a:bodyPr>
            <a:lstStyle/>
            <a:p>
              <a:pPr marL="514350" lvl="0" indent="-514350" algn="l">
                <a:lnSpc>
                  <a:spcPts val="4079"/>
                </a:lnSpc>
                <a:spcBef>
                  <a:spcPct val="0"/>
                </a:spcBef>
                <a:buFont typeface="Arial" panose="020B0604020202020204" pitchFamily="34" charset="0"/>
                <a:buChar char="•"/>
              </a:pPr>
              <a:r>
                <a:rPr lang="en-US" sz="3399" u="none" dirty="0">
                  <a:solidFill>
                    <a:srgbClr val="2A2E3A"/>
                  </a:solidFill>
                  <a:latin typeface="Helios Bold"/>
                  <a:ea typeface="Helios Bold"/>
                  <a:cs typeface="Helios Bold"/>
                  <a:sym typeface="Helios Bold"/>
                </a:rPr>
                <a:t>Real Estate</a:t>
              </a:r>
            </a:p>
          </p:txBody>
        </p:sp>
        <p:sp>
          <p:nvSpPr>
            <p:cNvPr id="14" name="TextBox 14"/>
            <p:cNvSpPr txBox="1"/>
            <p:nvPr/>
          </p:nvSpPr>
          <p:spPr>
            <a:xfrm>
              <a:off x="-32084" y="1795376"/>
              <a:ext cx="8908010" cy="662916"/>
            </a:xfrm>
            <a:prstGeom prst="rect">
              <a:avLst/>
            </a:prstGeom>
          </p:spPr>
          <p:txBody>
            <a:bodyPr lIns="0" tIns="0" rIns="0" bIns="0" rtlCol="0" anchor="t">
              <a:spAutoFit/>
            </a:bodyPr>
            <a:lstStyle/>
            <a:p>
              <a:pPr marL="514350" lvl="0" indent="-514350" algn="l">
                <a:lnSpc>
                  <a:spcPts val="4079"/>
                </a:lnSpc>
                <a:spcBef>
                  <a:spcPct val="0"/>
                </a:spcBef>
                <a:buFont typeface="Arial" panose="020B0604020202020204" pitchFamily="34" charset="0"/>
                <a:buChar char="•"/>
              </a:pPr>
              <a:r>
                <a:rPr lang="en-US" sz="3399" dirty="0">
                  <a:solidFill>
                    <a:srgbClr val="2A2E3A"/>
                  </a:solidFill>
                  <a:latin typeface="Helios Bold"/>
                  <a:ea typeface="Helios Bold"/>
                  <a:cs typeface="Helios Bold"/>
                  <a:sym typeface="Helios Bold"/>
                </a:rPr>
                <a:t>Banking and Finance</a:t>
              </a:r>
            </a:p>
          </p:txBody>
        </p:sp>
        <p:sp>
          <p:nvSpPr>
            <p:cNvPr id="16" name="TextBox 16"/>
            <p:cNvSpPr txBox="1"/>
            <p:nvPr/>
          </p:nvSpPr>
          <p:spPr>
            <a:xfrm>
              <a:off x="0" y="4232894"/>
              <a:ext cx="8908010" cy="662916"/>
            </a:xfrm>
            <a:prstGeom prst="rect">
              <a:avLst/>
            </a:prstGeom>
          </p:spPr>
          <p:txBody>
            <a:bodyPr lIns="0" tIns="0" rIns="0" bIns="0" rtlCol="0" anchor="t">
              <a:spAutoFit/>
            </a:bodyPr>
            <a:lstStyle/>
            <a:p>
              <a:pPr marL="514350" lvl="0" indent="-514350" algn="l">
                <a:lnSpc>
                  <a:spcPts val="4079"/>
                </a:lnSpc>
                <a:spcBef>
                  <a:spcPct val="0"/>
                </a:spcBef>
                <a:buFont typeface="Arial" panose="020B0604020202020204" pitchFamily="34" charset="0"/>
                <a:buChar char="•"/>
              </a:pPr>
              <a:r>
                <a:rPr lang="en-US" sz="3399" dirty="0">
                  <a:solidFill>
                    <a:srgbClr val="2A2E3A"/>
                  </a:solidFill>
                  <a:latin typeface="Helios Bold"/>
                  <a:ea typeface="Helios Bold"/>
                  <a:cs typeface="Helios Bold"/>
                  <a:sym typeface="Helios Bold"/>
                </a:rPr>
                <a:t>Energy and Infrastructure</a:t>
              </a:r>
            </a:p>
          </p:txBody>
        </p:sp>
        <p:sp>
          <p:nvSpPr>
            <p:cNvPr id="17" name="TextBox 17"/>
            <p:cNvSpPr txBox="1"/>
            <p:nvPr/>
          </p:nvSpPr>
          <p:spPr>
            <a:xfrm>
              <a:off x="-32084" y="2798546"/>
              <a:ext cx="8908010" cy="1162712"/>
            </a:xfrm>
            <a:prstGeom prst="rect">
              <a:avLst/>
            </a:prstGeom>
          </p:spPr>
          <p:txBody>
            <a:bodyPr lIns="0" tIns="0" rIns="0" bIns="0" rtlCol="0" anchor="t">
              <a:spAutoFit/>
            </a:bodyPr>
            <a:lstStyle/>
            <a:p>
              <a:pPr marL="514350" indent="-514350" algn="l">
                <a:lnSpc>
                  <a:spcPts val="3359"/>
                </a:lnSpc>
                <a:buFont typeface="Arial" panose="020B0604020202020204" pitchFamily="34" charset="0"/>
                <a:buChar char="•"/>
              </a:pPr>
              <a:r>
                <a:rPr lang="en-US" sz="3399" dirty="0">
                  <a:solidFill>
                    <a:srgbClr val="2A2E3A"/>
                  </a:solidFill>
                  <a:latin typeface="Helios Bold"/>
                  <a:sym typeface="Helios"/>
                </a:rPr>
                <a:t>Technology</a:t>
              </a:r>
              <a:r>
                <a:rPr lang="en-US" sz="2400" u="none" dirty="0">
                  <a:solidFill>
                    <a:srgbClr val="2A2E3A"/>
                  </a:solidFill>
                  <a:latin typeface="Helios"/>
                  <a:ea typeface="Helios"/>
                  <a:cs typeface="Helios"/>
                  <a:sym typeface="Helios"/>
                </a:rPr>
                <a:t> </a:t>
              </a:r>
              <a:r>
                <a:rPr lang="en-US" sz="3399" dirty="0">
                  <a:solidFill>
                    <a:srgbClr val="2A2E3A"/>
                  </a:solidFill>
                  <a:latin typeface="Helios Bold"/>
                  <a:sym typeface="Helios"/>
                </a:rPr>
                <a:t>and</a:t>
              </a:r>
              <a:r>
                <a:rPr lang="en-US" sz="2400" u="none" dirty="0">
                  <a:solidFill>
                    <a:srgbClr val="2A2E3A"/>
                  </a:solidFill>
                  <a:latin typeface="Helios"/>
                  <a:ea typeface="Helios"/>
                  <a:cs typeface="Helios"/>
                  <a:sym typeface="Helios"/>
                </a:rPr>
                <a:t> </a:t>
              </a:r>
              <a:r>
                <a:rPr lang="en-US" sz="3399" dirty="0">
                  <a:solidFill>
                    <a:srgbClr val="2A2E3A"/>
                  </a:solidFill>
                  <a:latin typeface="Helios Bold"/>
                  <a:sym typeface="Helios"/>
                </a:rPr>
                <a:t>Telecommunications</a:t>
              </a:r>
            </a:p>
          </p:txBody>
        </p:sp>
      </p:grpSp>
      <p:grpSp>
        <p:nvGrpSpPr>
          <p:cNvPr id="18" name="Group 18"/>
          <p:cNvGrpSpPr/>
          <p:nvPr/>
        </p:nvGrpSpPr>
        <p:grpSpPr>
          <a:xfrm>
            <a:off x="-1287623" y="9258300"/>
            <a:ext cx="5765006" cy="1028700"/>
            <a:chOff x="0" y="0"/>
            <a:chExt cx="7686674" cy="1371600"/>
          </a:xfrm>
        </p:grpSpPr>
        <p:grpSp>
          <p:nvGrpSpPr>
            <p:cNvPr id="19" name="Group 19"/>
            <p:cNvGrpSpPr/>
            <p:nvPr/>
          </p:nvGrpSpPr>
          <p:grpSpPr>
            <a:xfrm>
              <a:off x="0" y="0"/>
              <a:ext cx="7686674" cy="1371600"/>
              <a:chOff x="0" y="0"/>
              <a:chExt cx="1049690" cy="187305"/>
            </a:xfrm>
          </p:grpSpPr>
          <p:sp>
            <p:nvSpPr>
              <p:cNvPr id="20" name="Freeform 20"/>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21" name="TextBox 21"/>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22" name="TextBox 22"/>
            <p:cNvSpPr txBox="1"/>
            <p:nvPr/>
          </p:nvSpPr>
          <p:spPr>
            <a:xfrm>
              <a:off x="3033168" y="475615"/>
              <a:ext cx="2698286" cy="391795"/>
            </a:xfrm>
            <a:prstGeom prst="rect">
              <a:avLst/>
            </a:prstGeom>
          </p:spPr>
          <p:txBody>
            <a:bodyPr lIns="0" tIns="0" rIns="0" bIns="0" rtlCol="0" anchor="t">
              <a:spAutoFit/>
            </a:bodyPr>
            <a:lstStyle/>
            <a:p>
              <a:pPr marL="0" lvl="0" indent="0" algn="l">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grpSp>
        <p:nvGrpSpPr>
          <p:cNvPr id="23" name="Group 23"/>
          <p:cNvGrpSpPr/>
          <p:nvPr/>
        </p:nvGrpSpPr>
        <p:grpSpPr>
          <a:xfrm rot="-10800000">
            <a:off x="14447117" y="-741521"/>
            <a:ext cx="7681766" cy="3540443"/>
            <a:chOff x="0" y="0"/>
            <a:chExt cx="406400" cy="187305"/>
          </a:xfrm>
        </p:grpSpPr>
        <p:sp>
          <p:nvSpPr>
            <p:cNvPr id="24" name="Freeform 24"/>
            <p:cNvSpPr/>
            <p:nvPr/>
          </p:nvSpPr>
          <p:spPr>
            <a:xfrm>
              <a:off x="0" y="0"/>
              <a:ext cx="406400" cy="187305"/>
            </a:xfrm>
            <a:custGeom>
              <a:avLst/>
              <a:gdLst/>
              <a:ahLst/>
              <a:cxnLst/>
              <a:rect l="l" t="t" r="r" b="b"/>
              <a:pathLst>
                <a:path w="406400" h="187305">
                  <a:moveTo>
                    <a:pt x="203200" y="0"/>
                  </a:moveTo>
                  <a:lnTo>
                    <a:pt x="203200" y="0"/>
                  </a:lnTo>
                  <a:lnTo>
                    <a:pt x="406400" y="187305"/>
                  </a:lnTo>
                  <a:lnTo>
                    <a:pt x="0" y="187305"/>
                  </a:lnTo>
                  <a:lnTo>
                    <a:pt x="203200" y="0"/>
                  </a:lnTo>
                  <a:close/>
                </a:path>
              </a:pathLst>
            </a:custGeom>
            <a:solidFill>
              <a:srgbClr val="E8223B"/>
            </a:solidFill>
          </p:spPr>
          <p:txBody>
            <a:bodyPr/>
            <a:lstStyle/>
            <a:p>
              <a:endParaRPr lang="en-IN"/>
            </a:p>
          </p:txBody>
        </p:sp>
        <p:sp>
          <p:nvSpPr>
            <p:cNvPr id="25" name="TextBox 25"/>
            <p:cNvSpPr txBox="1"/>
            <p:nvPr/>
          </p:nvSpPr>
          <p:spPr>
            <a:xfrm>
              <a:off x="127000" y="-38100"/>
              <a:ext cx="152400" cy="225405"/>
            </a:xfrm>
            <a:prstGeom prst="rect">
              <a:avLst/>
            </a:prstGeom>
          </p:spPr>
          <p:txBody>
            <a:bodyPr lIns="50800" tIns="50800" rIns="50800" bIns="50800" rtlCol="0" anchor="ctr"/>
            <a:lstStyle/>
            <a:p>
              <a:pPr algn="ctr">
                <a:lnSpc>
                  <a:spcPts val="2100"/>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23478" y="224448"/>
            <a:ext cx="18054087" cy="10088970"/>
            <a:chOff x="0" y="0"/>
            <a:chExt cx="452149" cy="252670"/>
          </a:xfrm>
        </p:grpSpPr>
        <p:sp>
          <p:nvSpPr>
            <p:cNvPr id="3" name="Freeform 3"/>
            <p:cNvSpPr/>
            <p:nvPr/>
          </p:nvSpPr>
          <p:spPr>
            <a:xfrm>
              <a:off x="0" y="0"/>
              <a:ext cx="452149" cy="252670"/>
            </a:xfrm>
            <a:custGeom>
              <a:avLst/>
              <a:gdLst/>
              <a:ahLst/>
              <a:cxnLst/>
              <a:rect l="l" t="t" r="r" b="b"/>
              <a:pathLst>
                <a:path w="452149" h="252670">
                  <a:moveTo>
                    <a:pt x="203200" y="0"/>
                  </a:moveTo>
                  <a:lnTo>
                    <a:pt x="248949" y="0"/>
                  </a:lnTo>
                  <a:lnTo>
                    <a:pt x="452149" y="252670"/>
                  </a:lnTo>
                  <a:lnTo>
                    <a:pt x="0" y="252670"/>
                  </a:lnTo>
                  <a:lnTo>
                    <a:pt x="203200" y="0"/>
                  </a:lnTo>
                  <a:close/>
                </a:path>
              </a:pathLst>
            </a:custGeom>
            <a:solidFill>
              <a:srgbClr val="E4E4E4"/>
            </a:solidFill>
          </p:spPr>
          <p:txBody>
            <a:bodyPr/>
            <a:lstStyle/>
            <a:p>
              <a:endParaRPr lang="en-IN"/>
            </a:p>
          </p:txBody>
        </p:sp>
        <p:sp>
          <p:nvSpPr>
            <p:cNvPr id="4" name="TextBox 4"/>
            <p:cNvSpPr txBox="1"/>
            <p:nvPr/>
          </p:nvSpPr>
          <p:spPr>
            <a:xfrm>
              <a:off x="127000" y="-38100"/>
              <a:ext cx="198149" cy="29077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rot="-10800000">
            <a:off x="-4157561" y="0"/>
            <a:ext cx="14753038" cy="3370693"/>
            <a:chOff x="0" y="0"/>
            <a:chExt cx="819809" cy="187305"/>
          </a:xfrm>
        </p:grpSpPr>
        <p:sp>
          <p:nvSpPr>
            <p:cNvPr id="6" name="Freeform 6"/>
            <p:cNvSpPr/>
            <p:nvPr/>
          </p:nvSpPr>
          <p:spPr>
            <a:xfrm>
              <a:off x="0" y="0"/>
              <a:ext cx="819809" cy="187305"/>
            </a:xfrm>
            <a:custGeom>
              <a:avLst/>
              <a:gdLst/>
              <a:ahLst/>
              <a:cxnLst/>
              <a:rect l="l" t="t" r="r" b="b"/>
              <a:pathLst>
                <a:path w="819809" h="187305">
                  <a:moveTo>
                    <a:pt x="203200" y="0"/>
                  </a:moveTo>
                  <a:lnTo>
                    <a:pt x="616609" y="0"/>
                  </a:lnTo>
                  <a:lnTo>
                    <a:pt x="819809" y="187305"/>
                  </a:lnTo>
                  <a:lnTo>
                    <a:pt x="0" y="187305"/>
                  </a:lnTo>
                  <a:lnTo>
                    <a:pt x="203200" y="0"/>
                  </a:lnTo>
                  <a:close/>
                </a:path>
              </a:pathLst>
            </a:custGeom>
            <a:solidFill>
              <a:srgbClr val="E8223B"/>
            </a:solidFill>
          </p:spPr>
          <p:txBody>
            <a:bodyPr/>
            <a:lstStyle/>
            <a:p>
              <a:endParaRPr lang="en-IN"/>
            </a:p>
          </p:txBody>
        </p:sp>
        <p:sp>
          <p:nvSpPr>
            <p:cNvPr id="7" name="TextBox 7"/>
            <p:cNvSpPr txBox="1"/>
            <p:nvPr/>
          </p:nvSpPr>
          <p:spPr>
            <a:xfrm>
              <a:off x="127000" y="-38100"/>
              <a:ext cx="565809" cy="225405"/>
            </a:xfrm>
            <a:prstGeom prst="rect">
              <a:avLst/>
            </a:prstGeom>
          </p:spPr>
          <p:txBody>
            <a:bodyPr lIns="50800" tIns="50800" rIns="50800" bIns="50800" rtlCol="0" anchor="ctr"/>
            <a:lstStyle/>
            <a:p>
              <a:pPr algn="ctr">
                <a:lnSpc>
                  <a:spcPts val="2100"/>
                </a:lnSpc>
              </a:pPr>
              <a:endParaRPr/>
            </a:p>
          </p:txBody>
        </p:sp>
      </p:grpSp>
      <p:sp>
        <p:nvSpPr>
          <p:cNvPr id="8" name="TextBox 8"/>
          <p:cNvSpPr txBox="1"/>
          <p:nvPr/>
        </p:nvSpPr>
        <p:spPr>
          <a:xfrm>
            <a:off x="1028700" y="1090565"/>
            <a:ext cx="6250719" cy="1285875"/>
          </a:xfrm>
          <a:prstGeom prst="rect">
            <a:avLst/>
          </a:prstGeom>
        </p:spPr>
        <p:txBody>
          <a:bodyPr lIns="0" tIns="0" rIns="0" bIns="0" rtlCol="0" anchor="t">
            <a:spAutoFit/>
          </a:bodyPr>
          <a:lstStyle/>
          <a:p>
            <a:pPr algn="l">
              <a:lnSpc>
                <a:spcPts val="10199"/>
              </a:lnSpc>
            </a:pPr>
            <a:r>
              <a:rPr lang="en-US" sz="8499">
                <a:solidFill>
                  <a:srgbClr val="FFFFFF"/>
                </a:solidFill>
                <a:latin typeface="TT Hoves Bold"/>
                <a:ea typeface="TT Hoves Bold"/>
                <a:cs typeface="TT Hoves Bold"/>
                <a:sym typeface="TT Hoves Bold"/>
              </a:rPr>
              <a:t>Our Market</a:t>
            </a:r>
          </a:p>
        </p:txBody>
      </p:sp>
      <p:grpSp>
        <p:nvGrpSpPr>
          <p:cNvPr id="9" name="Group 9"/>
          <p:cNvGrpSpPr/>
          <p:nvPr/>
        </p:nvGrpSpPr>
        <p:grpSpPr>
          <a:xfrm>
            <a:off x="11015570" y="1401620"/>
            <a:ext cx="6243730" cy="6214407"/>
            <a:chOff x="0" y="0"/>
            <a:chExt cx="8324973" cy="8285876"/>
          </a:xfrm>
        </p:grpSpPr>
        <p:grpSp>
          <p:nvGrpSpPr>
            <p:cNvPr id="10" name="Group 10"/>
            <p:cNvGrpSpPr/>
            <p:nvPr/>
          </p:nvGrpSpPr>
          <p:grpSpPr>
            <a:xfrm>
              <a:off x="0" y="0"/>
              <a:ext cx="8324973" cy="8285876"/>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20E20"/>
              </a:solidFill>
            </p:spPr>
            <p:txBody>
              <a:bodyPr/>
              <a:lstStyle/>
              <a:p>
                <a:endParaRPr lang="en-IN"/>
              </a:p>
            </p:txBody>
          </p:sp>
        </p:grpSp>
        <p:grpSp>
          <p:nvGrpSpPr>
            <p:cNvPr id="12" name="Group 12"/>
            <p:cNvGrpSpPr/>
            <p:nvPr/>
          </p:nvGrpSpPr>
          <p:grpSpPr>
            <a:xfrm>
              <a:off x="1036457" y="2033817"/>
              <a:ext cx="6252059" cy="6252059"/>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8223B"/>
              </a:solidFill>
            </p:spPr>
            <p:txBody>
              <a:bodyPr/>
              <a:lstStyle/>
              <a:p>
                <a:endParaRPr lang="en-IN"/>
              </a:p>
            </p:txBody>
          </p:sp>
        </p:grpSp>
        <p:grpSp>
          <p:nvGrpSpPr>
            <p:cNvPr id="14" name="Group 14"/>
            <p:cNvGrpSpPr/>
            <p:nvPr/>
          </p:nvGrpSpPr>
          <p:grpSpPr>
            <a:xfrm>
              <a:off x="2191296" y="4343495"/>
              <a:ext cx="3942380" cy="3942380"/>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4E4E4"/>
              </a:solidFill>
            </p:spPr>
            <p:txBody>
              <a:bodyPr/>
              <a:lstStyle/>
              <a:p>
                <a:endParaRPr lang="en-IN"/>
              </a:p>
            </p:txBody>
          </p:sp>
        </p:grpSp>
        <p:sp>
          <p:nvSpPr>
            <p:cNvPr id="16" name="TextBox 16"/>
            <p:cNvSpPr txBox="1"/>
            <p:nvPr/>
          </p:nvSpPr>
          <p:spPr>
            <a:xfrm>
              <a:off x="2583871" y="815190"/>
              <a:ext cx="3157231" cy="763073"/>
            </a:xfrm>
            <a:prstGeom prst="rect">
              <a:avLst/>
            </a:prstGeom>
          </p:spPr>
          <p:txBody>
            <a:bodyPr lIns="0" tIns="0" rIns="0" bIns="0" rtlCol="0" anchor="t">
              <a:spAutoFit/>
            </a:bodyPr>
            <a:lstStyle/>
            <a:p>
              <a:pPr algn="ctr">
                <a:lnSpc>
                  <a:spcPts val="4759"/>
                </a:lnSpc>
              </a:pPr>
              <a:r>
                <a:rPr lang="en-US" sz="3399" u="none">
                  <a:solidFill>
                    <a:srgbClr val="FFFFFF"/>
                  </a:solidFill>
                  <a:latin typeface="Helios"/>
                  <a:ea typeface="Helios"/>
                  <a:cs typeface="Helios"/>
                  <a:sym typeface="Helios"/>
                </a:rPr>
                <a:t>10 Billion</a:t>
              </a:r>
            </a:p>
          </p:txBody>
        </p:sp>
        <p:sp>
          <p:nvSpPr>
            <p:cNvPr id="17" name="TextBox 17"/>
            <p:cNvSpPr txBox="1"/>
            <p:nvPr/>
          </p:nvSpPr>
          <p:spPr>
            <a:xfrm>
              <a:off x="2583871" y="5874397"/>
              <a:ext cx="3157231" cy="761154"/>
            </a:xfrm>
            <a:prstGeom prst="rect">
              <a:avLst/>
            </a:prstGeom>
          </p:spPr>
          <p:txBody>
            <a:bodyPr lIns="0" tIns="0" rIns="0" bIns="0" rtlCol="0" anchor="t">
              <a:spAutoFit/>
            </a:bodyPr>
            <a:lstStyle/>
            <a:p>
              <a:pPr algn="ctr">
                <a:lnSpc>
                  <a:spcPts val="4759"/>
                </a:lnSpc>
              </a:pPr>
              <a:r>
                <a:rPr lang="en-US" sz="3399" u="none">
                  <a:solidFill>
                    <a:srgbClr val="2A2E3A"/>
                  </a:solidFill>
                  <a:latin typeface="Helios"/>
                  <a:ea typeface="Helios"/>
                  <a:cs typeface="Helios"/>
                  <a:sym typeface="Helios"/>
                </a:rPr>
                <a:t>1 Billion</a:t>
              </a:r>
            </a:p>
          </p:txBody>
        </p:sp>
        <p:sp>
          <p:nvSpPr>
            <p:cNvPr id="18" name="TextBox 18"/>
            <p:cNvSpPr txBox="1"/>
            <p:nvPr/>
          </p:nvSpPr>
          <p:spPr>
            <a:xfrm>
              <a:off x="2583871" y="3054777"/>
              <a:ext cx="3157231" cy="761154"/>
            </a:xfrm>
            <a:prstGeom prst="rect">
              <a:avLst/>
            </a:prstGeom>
          </p:spPr>
          <p:txBody>
            <a:bodyPr lIns="0" tIns="0" rIns="0" bIns="0" rtlCol="0" anchor="t">
              <a:spAutoFit/>
            </a:bodyPr>
            <a:lstStyle/>
            <a:p>
              <a:pPr algn="ctr">
                <a:lnSpc>
                  <a:spcPts val="4759"/>
                </a:lnSpc>
              </a:pPr>
              <a:r>
                <a:rPr lang="en-US" sz="3399" u="none">
                  <a:solidFill>
                    <a:srgbClr val="FFFFFF"/>
                  </a:solidFill>
                  <a:latin typeface="Helios"/>
                  <a:ea typeface="Helios"/>
                  <a:cs typeface="Helios"/>
                  <a:sym typeface="Helios"/>
                </a:rPr>
                <a:t>5 Billion</a:t>
              </a:r>
            </a:p>
          </p:txBody>
        </p:sp>
      </p:grpSp>
      <p:grpSp>
        <p:nvGrpSpPr>
          <p:cNvPr id="19" name="Group 19"/>
          <p:cNvGrpSpPr/>
          <p:nvPr/>
        </p:nvGrpSpPr>
        <p:grpSpPr>
          <a:xfrm>
            <a:off x="1028700" y="4792550"/>
            <a:ext cx="6681008" cy="4445104"/>
            <a:chOff x="0" y="0"/>
            <a:chExt cx="8908010" cy="5926805"/>
          </a:xfrm>
        </p:grpSpPr>
        <p:sp>
          <p:nvSpPr>
            <p:cNvPr id="20" name="TextBox 20"/>
            <p:cNvSpPr txBox="1"/>
            <p:nvPr/>
          </p:nvSpPr>
          <p:spPr>
            <a:xfrm>
              <a:off x="0" y="766159"/>
              <a:ext cx="8908010" cy="701675"/>
            </a:xfrm>
            <a:prstGeom prst="rect">
              <a:avLst/>
            </a:prstGeom>
          </p:spPr>
          <p:txBody>
            <a:bodyPr lIns="0" tIns="0" rIns="0" bIns="0" rtlCol="0" anchor="t">
              <a:spAutoFit/>
            </a:bodyPr>
            <a:lstStyle/>
            <a:p>
              <a:pPr marL="0" lvl="0" indent="0" algn="l">
                <a:lnSpc>
                  <a:spcPts val="4079"/>
                </a:lnSpc>
                <a:spcBef>
                  <a:spcPct val="0"/>
                </a:spcBef>
              </a:pPr>
              <a:r>
                <a:rPr lang="en-US" sz="3399" u="none">
                  <a:solidFill>
                    <a:srgbClr val="2A2E3A"/>
                  </a:solidFill>
                  <a:latin typeface="Helios Bold"/>
                  <a:ea typeface="Helios Bold"/>
                  <a:cs typeface="Helios Bold"/>
                  <a:sym typeface="Helios Bold"/>
                </a:rPr>
                <a:t>10 Billion</a:t>
              </a:r>
            </a:p>
          </p:txBody>
        </p:sp>
        <p:sp>
          <p:nvSpPr>
            <p:cNvPr id="21" name="TextBox 21"/>
            <p:cNvSpPr txBox="1"/>
            <p:nvPr/>
          </p:nvSpPr>
          <p:spPr>
            <a:xfrm>
              <a:off x="0" y="-47625"/>
              <a:ext cx="8908010"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Total Available Market (TAM): </a:t>
              </a:r>
            </a:p>
          </p:txBody>
        </p:sp>
        <p:sp>
          <p:nvSpPr>
            <p:cNvPr id="22" name="TextBox 22"/>
            <p:cNvSpPr txBox="1"/>
            <p:nvPr/>
          </p:nvSpPr>
          <p:spPr>
            <a:xfrm>
              <a:off x="0" y="2995644"/>
              <a:ext cx="8908010" cy="701675"/>
            </a:xfrm>
            <a:prstGeom prst="rect">
              <a:avLst/>
            </a:prstGeom>
          </p:spPr>
          <p:txBody>
            <a:bodyPr lIns="0" tIns="0" rIns="0" bIns="0" rtlCol="0" anchor="t">
              <a:spAutoFit/>
            </a:bodyPr>
            <a:lstStyle/>
            <a:p>
              <a:pPr marL="0" lvl="0" indent="0" algn="l">
                <a:lnSpc>
                  <a:spcPts val="4079"/>
                </a:lnSpc>
                <a:spcBef>
                  <a:spcPct val="0"/>
                </a:spcBef>
              </a:pPr>
              <a:r>
                <a:rPr lang="en-US" sz="3399" u="none">
                  <a:solidFill>
                    <a:srgbClr val="2A2E3A"/>
                  </a:solidFill>
                  <a:latin typeface="Helios Bold"/>
                  <a:ea typeface="Helios Bold"/>
                  <a:cs typeface="Helios Bold"/>
                  <a:sym typeface="Helios Bold"/>
                </a:rPr>
                <a:t>5 Billion</a:t>
              </a:r>
            </a:p>
          </p:txBody>
        </p:sp>
        <p:sp>
          <p:nvSpPr>
            <p:cNvPr id="23" name="TextBox 23"/>
            <p:cNvSpPr txBox="1"/>
            <p:nvPr/>
          </p:nvSpPr>
          <p:spPr>
            <a:xfrm>
              <a:off x="0" y="2181860"/>
              <a:ext cx="8908010"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Serviceable Available Market (SAM):</a:t>
              </a:r>
            </a:p>
          </p:txBody>
        </p:sp>
        <p:sp>
          <p:nvSpPr>
            <p:cNvPr id="24" name="TextBox 24"/>
            <p:cNvSpPr txBox="1"/>
            <p:nvPr/>
          </p:nvSpPr>
          <p:spPr>
            <a:xfrm>
              <a:off x="0" y="5225130"/>
              <a:ext cx="8908010" cy="701675"/>
            </a:xfrm>
            <a:prstGeom prst="rect">
              <a:avLst/>
            </a:prstGeom>
          </p:spPr>
          <p:txBody>
            <a:bodyPr lIns="0" tIns="0" rIns="0" bIns="0" rtlCol="0" anchor="t">
              <a:spAutoFit/>
            </a:bodyPr>
            <a:lstStyle/>
            <a:p>
              <a:pPr marL="0" lvl="0" indent="0" algn="l">
                <a:lnSpc>
                  <a:spcPts val="4079"/>
                </a:lnSpc>
                <a:spcBef>
                  <a:spcPct val="0"/>
                </a:spcBef>
              </a:pPr>
              <a:r>
                <a:rPr lang="en-US" sz="3399" u="none">
                  <a:solidFill>
                    <a:srgbClr val="2A2E3A"/>
                  </a:solidFill>
                  <a:latin typeface="Helios Bold"/>
                  <a:ea typeface="Helios Bold"/>
                  <a:cs typeface="Helios Bold"/>
                  <a:sym typeface="Helios Bold"/>
                </a:rPr>
                <a:t>1 Billion</a:t>
              </a:r>
            </a:p>
          </p:txBody>
        </p:sp>
        <p:sp>
          <p:nvSpPr>
            <p:cNvPr id="25" name="TextBox 25"/>
            <p:cNvSpPr txBox="1"/>
            <p:nvPr/>
          </p:nvSpPr>
          <p:spPr>
            <a:xfrm>
              <a:off x="0" y="4411346"/>
              <a:ext cx="8908010"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Serviceable Obtainable Market (SOM):</a:t>
              </a:r>
            </a:p>
          </p:txBody>
        </p:sp>
        <p:sp>
          <p:nvSpPr>
            <p:cNvPr id="26" name="AutoShape 26"/>
            <p:cNvSpPr/>
            <p:nvPr/>
          </p:nvSpPr>
          <p:spPr>
            <a:xfrm>
              <a:off x="0" y="1842310"/>
              <a:ext cx="8656320" cy="0"/>
            </a:xfrm>
            <a:prstGeom prst="line">
              <a:avLst/>
            </a:prstGeom>
            <a:ln w="12700" cap="flat">
              <a:solidFill>
                <a:srgbClr val="2A2E3A"/>
              </a:solidFill>
              <a:prstDash val="solid"/>
              <a:headEnd type="none" w="sm" len="sm"/>
              <a:tailEnd type="none" w="sm" len="sm"/>
            </a:ln>
          </p:spPr>
          <p:txBody>
            <a:bodyPr/>
            <a:lstStyle/>
            <a:p>
              <a:endParaRPr lang="en-IN"/>
            </a:p>
          </p:txBody>
        </p:sp>
        <p:sp>
          <p:nvSpPr>
            <p:cNvPr id="27" name="AutoShape 27"/>
            <p:cNvSpPr/>
            <p:nvPr/>
          </p:nvSpPr>
          <p:spPr>
            <a:xfrm>
              <a:off x="0" y="4071795"/>
              <a:ext cx="8656320" cy="0"/>
            </a:xfrm>
            <a:prstGeom prst="line">
              <a:avLst/>
            </a:prstGeom>
            <a:ln w="12700" cap="flat">
              <a:solidFill>
                <a:srgbClr val="2A2E3A"/>
              </a:solidFill>
              <a:prstDash val="solid"/>
              <a:headEnd type="none" w="sm" len="sm"/>
              <a:tailEnd type="none" w="sm" len="sm"/>
            </a:ln>
          </p:spPr>
          <p:txBody>
            <a:bodyPr/>
            <a:lstStyle/>
            <a:p>
              <a:endParaRPr lang="en-IN"/>
            </a:p>
          </p:txBody>
        </p:sp>
      </p:grpSp>
      <p:grpSp>
        <p:nvGrpSpPr>
          <p:cNvPr id="28" name="Group 28"/>
          <p:cNvGrpSpPr/>
          <p:nvPr/>
        </p:nvGrpSpPr>
        <p:grpSpPr>
          <a:xfrm>
            <a:off x="13814230" y="9258300"/>
            <a:ext cx="5765006" cy="1028700"/>
            <a:chOff x="0" y="0"/>
            <a:chExt cx="7686674" cy="1371600"/>
          </a:xfrm>
        </p:grpSpPr>
        <p:grpSp>
          <p:nvGrpSpPr>
            <p:cNvPr id="29" name="Group 29"/>
            <p:cNvGrpSpPr/>
            <p:nvPr/>
          </p:nvGrpSpPr>
          <p:grpSpPr>
            <a:xfrm>
              <a:off x="0" y="0"/>
              <a:ext cx="7686674" cy="1371600"/>
              <a:chOff x="0" y="0"/>
              <a:chExt cx="1049690" cy="187305"/>
            </a:xfrm>
          </p:grpSpPr>
          <p:sp>
            <p:nvSpPr>
              <p:cNvPr id="30" name="Freeform 30"/>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31" name="TextBox 31"/>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32" name="TextBox 32"/>
            <p:cNvSpPr txBox="1"/>
            <p:nvPr/>
          </p:nvSpPr>
          <p:spPr>
            <a:xfrm>
              <a:off x="1942883" y="475615"/>
              <a:ext cx="2698286" cy="391795"/>
            </a:xfrm>
            <a:prstGeom prst="rect">
              <a:avLst/>
            </a:prstGeom>
          </p:spPr>
          <p:txBody>
            <a:bodyPr lIns="0" tIns="0" rIns="0" bIns="0" rtlCol="0" anchor="t">
              <a:spAutoFit/>
            </a:bodyPr>
            <a:lstStyle/>
            <a:p>
              <a:pPr marL="0" lvl="0" indent="0" algn="r">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4594198" y="-1321890"/>
            <a:ext cx="21853498" cy="5455740"/>
            <a:chOff x="0" y="0"/>
            <a:chExt cx="1012092" cy="252670"/>
          </a:xfrm>
        </p:grpSpPr>
        <p:sp>
          <p:nvSpPr>
            <p:cNvPr id="3" name="Freeform 3"/>
            <p:cNvSpPr/>
            <p:nvPr/>
          </p:nvSpPr>
          <p:spPr>
            <a:xfrm>
              <a:off x="0" y="0"/>
              <a:ext cx="1012092" cy="252670"/>
            </a:xfrm>
            <a:custGeom>
              <a:avLst/>
              <a:gdLst/>
              <a:ahLst/>
              <a:cxnLst/>
              <a:rect l="l" t="t" r="r" b="b"/>
              <a:pathLst>
                <a:path w="1012092" h="252670">
                  <a:moveTo>
                    <a:pt x="203200" y="0"/>
                  </a:moveTo>
                  <a:lnTo>
                    <a:pt x="808892" y="0"/>
                  </a:lnTo>
                  <a:lnTo>
                    <a:pt x="1012092" y="252670"/>
                  </a:lnTo>
                  <a:lnTo>
                    <a:pt x="0" y="252670"/>
                  </a:lnTo>
                  <a:lnTo>
                    <a:pt x="203200" y="0"/>
                  </a:lnTo>
                  <a:close/>
                </a:path>
              </a:pathLst>
            </a:custGeom>
            <a:solidFill>
              <a:srgbClr val="A20E20"/>
            </a:solidFill>
          </p:spPr>
          <p:txBody>
            <a:bodyPr/>
            <a:lstStyle/>
            <a:p>
              <a:endParaRPr lang="en-IN"/>
            </a:p>
          </p:txBody>
        </p:sp>
        <p:sp>
          <p:nvSpPr>
            <p:cNvPr id="4" name="TextBox 4"/>
            <p:cNvSpPr txBox="1"/>
            <p:nvPr/>
          </p:nvSpPr>
          <p:spPr>
            <a:xfrm>
              <a:off x="127000" y="-38100"/>
              <a:ext cx="758092" cy="29077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028700" y="1028700"/>
            <a:ext cx="11988230" cy="2069533"/>
            <a:chOff x="0" y="0"/>
            <a:chExt cx="15984307" cy="2759377"/>
          </a:xfrm>
        </p:grpSpPr>
        <p:sp>
          <p:nvSpPr>
            <p:cNvPr id="6" name="TextBox 6"/>
            <p:cNvSpPr txBox="1"/>
            <p:nvPr/>
          </p:nvSpPr>
          <p:spPr>
            <a:xfrm>
              <a:off x="0" y="0"/>
              <a:ext cx="15984307" cy="1714500"/>
            </a:xfrm>
            <a:prstGeom prst="rect">
              <a:avLst/>
            </a:prstGeom>
          </p:spPr>
          <p:txBody>
            <a:bodyPr lIns="0" tIns="0" rIns="0" bIns="0" rtlCol="0" anchor="t">
              <a:spAutoFit/>
            </a:bodyPr>
            <a:lstStyle/>
            <a:p>
              <a:pPr algn="l">
                <a:lnSpc>
                  <a:spcPts val="10199"/>
                </a:lnSpc>
              </a:pPr>
              <a:r>
                <a:rPr lang="en-US" sz="8499">
                  <a:solidFill>
                    <a:srgbClr val="FFFFFF"/>
                  </a:solidFill>
                  <a:latin typeface="TT Hoves Bold"/>
                  <a:ea typeface="TT Hoves Bold"/>
                  <a:cs typeface="TT Hoves Bold"/>
                  <a:sym typeface="TT Hoves Bold"/>
                </a:rPr>
                <a:t>Our Milestones</a:t>
              </a:r>
            </a:p>
          </p:txBody>
        </p:sp>
        <p:sp>
          <p:nvSpPr>
            <p:cNvPr id="7" name="TextBox 7"/>
            <p:cNvSpPr txBox="1"/>
            <p:nvPr/>
          </p:nvSpPr>
          <p:spPr>
            <a:xfrm>
              <a:off x="0" y="1998223"/>
              <a:ext cx="12908144" cy="761154"/>
            </a:xfrm>
            <a:prstGeom prst="rect">
              <a:avLst/>
            </a:prstGeom>
          </p:spPr>
          <p:txBody>
            <a:bodyPr lIns="0" tIns="0" rIns="0" bIns="0" rtlCol="0" anchor="t">
              <a:spAutoFit/>
            </a:bodyPr>
            <a:lstStyle/>
            <a:p>
              <a:pPr algn="l">
                <a:lnSpc>
                  <a:spcPts val="4759"/>
                </a:lnSpc>
              </a:pPr>
              <a:r>
                <a:rPr lang="en-US" sz="3399" u="none">
                  <a:solidFill>
                    <a:srgbClr val="FFFFFF"/>
                  </a:solidFill>
                  <a:latin typeface="Helios"/>
                  <a:ea typeface="Helios"/>
                  <a:cs typeface="Helios"/>
                  <a:sym typeface="Helios"/>
                </a:rPr>
                <a:t>Briefly elaborate on what you want to discuss. </a:t>
              </a:r>
            </a:p>
          </p:txBody>
        </p:sp>
      </p:grpSp>
      <p:grpSp>
        <p:nvGrpSpPr>
          <p:cNvPr id="8" name="Group 8"/>
          <p:cNvGrpSpPr/>
          <p:nvPr/>
        </p:nvGrpSpPr>
        <p:grpSpPr>
          <a:xfrm>
            <a:off x="1028700" y="5324652"/>
            <a:ext cx="3295436" cy="1073376"/>
            <a:chOff x="0" y="0"/>
            <a:chExt cx="867934" cy="282700"/>
          </a:xfrm>
        </p:grpSpPr>
        <p:sp>
          <p:nvSpPr>
            <p:cNvPr id="9" name="Freeform 9"/>
            <p:cNvSpPr/>
            <p:nvPr/>
          </p:nvSpPr>
          <p:spPr>
            <a:xfrm>
              <a:off x="0" y="0"/>
              <a:ext cx="867934" cy="282700"/>
            </a:xfrm>
            <a:custGeom>
              <a:avLst/>
              <a:gdLst/>
              <a:ahLst/>
              <a:cxnLst/>
              <a:rect l="l" t="t" r="r" b="b"/>
              <a:pathLst>
                <a:path w="867934" h="282700">
                  <a:moveTo>
                    <a:pt x="0" y="0"/>
                  </a:moveTo>
                  <a:lnTo>
                    <a:pt x="867934" y="0"/>
                  </a:lnTo>
                  <a:lnTo>
                    <a:pt x="867934" y="282700"/>
                  </a:lnTo>
                  <a:lnTo>
                    <a:pt x="0" y="282700"/>
                  </a:lnTo>
                  <a:close/>
                </a:path>
              </a:pathLst>
            </a:custGeom>
            <a:solidFill>
              <a:srgbClr val="E4E4E4"/>
            </a:solidFill>
            <a:ln w="9525" cap="sq">
              <a:solidFill>
                <a:srgbClr val="2A2E3A"/>
              </a:solidFill>
              <a:prstDash val="solid"/>
              <a:miter/>
            </a:ln>
          </p:spPr>
          <p:txBody>
            <a:bodyPr/>
            <a:lstStyle/>
            <a:p>
              <a:endParaRPr lang="en-IN"/>
            </a:p>
          </p:txBody>
        </p:sp>
        <p:sp>
          <p:nvSpPr>
            <p:cNvPr id="10" name="TextBox 10"/>
            <p:cNvSpPr txBox="1"/>
            <p:nvPr/>
          </p:nvSpPr>
          <p:spPr>
            <a:xfrm>
              <a:off x="0" y="-66675"/>
              <a:ext cx="867934" cy="349375"/>
            </a:xfrm>
            <a:prstGeom prst="rect">
              <a:avLst/>
            </a:prstGeom>
          </p:spPr>
          <p:txBody>
            <a:bodyPr lIns="50800" tIns="50800" rIns="50800" bIns="50800" rtlCol="0" anchor="ctr"/>
            <a:lstStyle/>
            <a:p>
              <a:pPr algn="ctr">
                <a:lnSpc>
                  <a:spcPts val="4199"/>
                </a:lnSpc>
              </a:pPr>
              <a:r>
                <a:rPr lang="en-US" sz="2999">
                  <a:solidFill>
                    <a:srgbClr val="A20E20"/>
                  </a:solidFill>
                  <a:latin typeface="Helios Bold"/>
                  <a:ea typeface="Helios Bold"/>
                  <a:cs typeface="Helios Bold"/>
                  <a:sym typeface="Helios Bold"/>
                </a:rPr>
                <a:t>2022</a:t>
              </a:r>
            </a:p>
          </p:txBody>
        </p:sp>
      </p:grpSp>
      <p:grpSp>
        <p:nvGrpSpPr>
          <p:cNvPr id="11" name="Group 11"/>
          <p:cNvGrpSpPr/>
          <p:nvPr/>
        </p:nvGrpSpPr>
        <p:grpSpPr>
          <a:xfrm>
            <a:off x="5375097" y="5324652"/>
            <a:ext cx="3295436" cy="1073376"/>
            <a:chOff x="0" y="0"/>
            <a:chExt cx="867934" cy="282700"/>
          </a:xfrm>
        </p:grpSpPr>
        <p:sp>
          <p:nvSpPr>
            <p:cNvPr id="12" name="Freeform 12"/>
            <p:cNvSpPr/>
            <p:nvPr/>
          </p:nvSpPr>
          <p:spPr>
            <a:xfrm>
              <a:off x="0" y="0"/>
              <a:ext cx="867934" cy="282700"/>
            </a:xfrm>
            <a:custGeom>
              <a:avLst/>
              <a:gdLst/>
              <a:ahLst/>
              <a:cxnLst/>
              <a:rect l="l" t="t" r="r" b="b"/>
              <a:pathLst>
                <a:path w="867934" h="282700">
                  <a:moveTo>
                    <a:pt x="0" y="0"/>
                  </a:moveTo>
                  <a:lnTo>
                    <a:pt x="867934" y="0"/>
                  </a:lnTo>
                  <a:lnTo>
                    <a:pt x="867934" y="282700"/>
                  </a:lnTo>
                  <a:lnTo>
                    <a:pt x="0" y="282700"/>
                  </a:lnTo>
                  <a:close/>
                </a:path>
              </a:pathLst>
            </a:custGeom>
            <a:solidFill>
              <a:srgbClr val="E4E4E4"/>
            </a:solidFill>
            <a:ln w="9525" cap="sq">
              <a:solidFill>
                <a:srgbClr val="2A2E3A"/>
              </a:solidFill>
              <a:prstDash val="solid"/>
              <a:miter/>
            </a:ln>
          </p:spPr>
          <p:txBody>
            <a:bodyPr/>
            <a:lstStyle/>
            <a:p>
              <a:endParaRPr lang="en-IN"/>
            </a:p>
          </p:txBody>
        </p:sp>
        <p:sp>
          <p:nvSpPr>
            <p:cNvPr id="13" name="TextBox 13"/>
            <p:cNvSpPr txBox="1"/>
            <p:nvPr/>
          </p:nvSpPr>
          <p:spPr>
            <a:xfrm>
              <a:off x="0" y="-66675"/>
              <a:ext cx="867934" cy="349375"/>
            </a:xfrm>
            <a:prstGeom prst="rect">
              <a:avLst/>
            </a:prstGeom>
          </p:spPr>
          <p:txBody>
            <a:bodyPr lIns="50800" tIns="50800" rIns="50800" bIns="50800" rtlCol="0" anchor="ctr"/>
            <a:lstStyle/>
            <a:p>
              <a:pPr algn="ctr">
                <a:lnSpc>
                  <a:spcPts val="4199"/>
                </a:lnSpc>
              </a:pPr>
              <a:r>
                <a:rPr lang="en-US" sz="2999">
                  <a:solidFill>
                    <a:srgbClr val="A20E20"/>
                  </a:solidFill>
                  <a:latin typeface="Helios Bold"/>
                  <a:ea typeface="Helios Bold"/>
                  <a:cs typeface="Helios Bold"/>
                  <a:sym typeface="Helios Bold"/>
                </a:rPr>
                <a:t>2023</a:t>
              </a:r>
            </a:p>
          </p:txBody>
        </p:sp>
      </p:grpSp>
      <p:grpSp>
        <p:nvGrpSpPr>
          <p:cNvPr id="14" name="Group 14"/>
          <p:cNvGrpSpPr/>
          <p:nvPr/>
        </p:nvGrpSpPr>
        <p:grpSpPr>
          <a:xfrm>
            <a:off x="9617467" y="5324652"/>
            <a:ext cx="3295436" cy="1073376"/>
            <a:chOff x="0" y="0"/>
            <a:chExt cx="867934" cy="282700"/>
          </a:xfrm>
        </p:grpSpPr>
        <p:sp>
          <p:nvSpPr>
            <p:cNvPr id="15" name="Freeform 15"/>
            <p:cNvSpPr/>
            <p:nvPr/>
          </p:nvSpPr>
          <p:spPr>
            <a:xfrm>
              <a:off x="0" y="0"/>
              <a:ext cx="867934" cy="282700"/>
            </a:xfrm>
            <a:custGeom>
              <a:avLst/>
              <a:gdLst/>
              <a:ahLst/>
              <a:cxnLst/>
              <a:rect l="l" t="t" r="r" b="b"/>
              <a:pathLst>
                <a:path w="867934" h="282700">
                  <a:moveTo>
                    <a:pt x="0" y="0"/>
                  </a:moveTo>
                  <a:lnTo>
                    <a:pt x="867934" y="0"/>
                  </a:lnTo>
                  <a:lnTo>
                    <a:pt x="867934" y="282700"/>
                  </a:lnTo>
                  <a:lnTo>
                    <a:pt x="0" y="282700"/>
                  </a:lnTo>
                  <a:close/>
                </a:path>
              </a:pathLst>
            </a:custGeom>
            <a:solidFill>
              <a:srgbClr val="E4E4E4"/>
            </a:solidFill>
            <a:ln w="9525" cap="sq">
              <a:solidFill>
                <a:srgbClr val="2A2E3A"/>
              </a:solidFill>
              <a:prstDash val="solid"/>
              <a:miter/>
            </a:ln>
          </p:spPr>
          <p:txBody>
            <a:bodyPr/>
            <a:lstStyle/>
            <a:p>
              <a:endParaRPr lang="en-IN"/>
            </a:p>
          </p:txBody>
        </p:sp>
        <p:sp>
          <p:nvSpPr>
            <p:cNvPr id="16" name="TextBox 16"/>
            <p:cNvSpPr txBox="1"/>
            <p:nvPr/>
          </p:nvSpPr>
          <p:spPr>
            <a:xfrm>
              <a:off x="0" y="-66675"/>
              <a:ext cx="867934" cy="349375"/>
            </a:xfrm>
            <a:prstGeom prst="rect">
              <a:avLst/>
            </a:prstGeom>
          </p:spPr>
          <p:txBody>
            <a:bodyPr lIns="50800" tIns="50800" rIns="50800" bIns="50800" rtlCol="0" anchor="ctr"/>
            <a:lstStyle/>
            <a:p>
              <a:pPr algn="ctr">
                <a:lnSpc>
                  <a:spcPts val="4199"/>
                </a:lnSpc>
              </a:pPr>
              <a:r>
                <a:rPr lang="en-US" sz="2999">
                  <a:solidFill>
                    <a:srgbClr val="A20E20"/>
                  </a:solidFill>
                  <a:latin typeface="Helios Bold"/>
                  <a:ea typeface="Helios Bold"/>
                  <a:cs typeface="Helios Bold"/>
                  <a:sym typeface="Helios Bold"/>
                </a:rPr>
                <a:t>2024</a:t>
              </a:r>
            </a:p>
          </p:txBody>
        </p:sp>
      </p:grpSp>
      <p:grpSp>
        <p:nvGrpSpPr>
          <p:cNvPr id="17" name="Group 17"/>
          <p:cNvGrpSpPr/>
          <p:nvPr/>
        </p:nvGrpSpPr>
        <p:grpSpPr>
          <a:xfrm>
            <a:off x="13963864" y="5324652"/>
            <a:ext cx="3295436" cy="1073376"/>
            <a:chOff x="0" y="0"/>
            <a:chExt cx="867934" cy="282700"/>
          </a:xfrm>
        </p:grpSpPr>
        <p:sp>
          <p:nvSpPr>
            <p:cNvPr id="18" name="Freeform 18"/>
            <p:cNvSpPr/>
            <p:nvPr/>
          </p:nvSpPr>
          <p:spPr>
            <a:xfrm>
              <a:off x="0" y="0"/>
              <a:ext cx="867934" cy="282700"/>
            </a:xfrm>
            <a:custGeom>
              <a:avLst/>
              <a:gdLst/>
              <a:ahLst/>
              <a:cxnLst/>
              <a:rect l="l" t="t" r="r" b="b"/>
              <a:pathLst>
                <a:path w="867934" h="282700">
                  <a:moveTo>
                    <a:pt x="0" y="0"/>
                  </a:moveTo>
                  <a:lnTo>
                    <a:pt x="867934" y="0"/>
                  </a:lnTo>
                  <a:lnTo>
                    <a:pt x="867934" y="282700"/>
                  </a:lnTo>
                  <a:lnTo>
                    <a:pt x="0" y="282700"/>
                  </a:lnTo>
                  <a:close/>
                </a:path>
              </a:pathLst>
            </a:custGeom>
            <a:solidFill>
              <a:srgbClr val="E4E4E4"/>
            </a:solidFill>
            <a:ln w="9525" cap="sq">
              <a:solidFill>
                <a:srgbClr val="2A2E3A"/>
              </a:solidFill>
              <a:prstDash val="solid"/>
              <a:miter/>
            </a:ln>
          </p:spPr>
          <p:txBody>
            <a:bodyPr/>
            <a:lstStyle/>
            <a:p>
              <a:endParaRPr lang="en-IN"/>
            </a:p>
          </p:txBody>
        </p:sp>
        <p:sp>
          <p:nvSpPr>
            <p:cNvPr id="19" name="TextBox 19"/>
            <p:cNvSpPr txBox="1"/>
            <p:nvPr/>
          </p:nvSpPr>
          <p:spPr>
            <a:xfrm>
              <a:off x="0" y="-66675"/>
              <a:ext cx="867934" cy="349375"/>
            </a:xfrm>
            <a:prstGeom prst="rect">
              <a:avLst/>
            </a:prstGeom>
          </p:spPr>
          <p:txBody>
            <a:bodyPr lIns="50800" tIns="50800" rIns="50800" bIns="50800" rtlCol="0" anchor="ctr"/>
            <a:lstStyle/>
            <a:p>
              <a:pPr algn="ctr">
                <a:lnSpc>
                  <a:spcPts val="4199"/>
                </a:lnSpc>
              </a:pPr>
              <a:r>
                <a:rPr lang="en-US" sz="2999">
                  <a:solidFill>
                    <a:srgbClr val="A20E20"/>
                  </a:solidFill>
                  <a:latin typeface="Helios Bold"/>
                  <a:ea typeface="Helios Bold"/>
                  <a:cs typeface="Helios Bold"/>
                  <a:sym typeface="Helios Bold"/>
                </a:rPr>
                <a:t>2025</a:t>
              </a:r>
            </a:p>
          </p:txBody>
        </p:sp>
      </p:grpSp>
      <p:sp>
        <p:nvSpPr>
          <p:cNvPr id="20" name="AutoShape 20"/>
          <p:cNvSpPr/>
          <p:nvPr/>
        </p:nvSpPr>
        <p:spPr>
          <a:xfrm>
            <a:off x="4324136" y="5856578"/>
            <a:ext cx="1050961" cy="9525"/>
          </a:xfrm>
          <a:prstGeom prst="line">
            <a:avLst/>
          </a:prstGeom>
          <a:ln w="9525" cap="flat">
            <a:solidFill>
              <a:srgbClr val="2A2E3A"/>
            </a:solidFill>
            <a:prstDash val="solid"/>
            <a:headEnd type="none" w="sm" len="sm"/>
            <a:tailEnd type="none" w="sm" len="sm"/>
          </a:ln>
        </p:spPr>
        <p:txBody>
          <a:bodyPr/>
          <a:lstStyle/>
          <a:p>
            <a:endParaRPr lang="en-IN"/>
          </a:p>
        </p:txBody>
      </p:sp>
      <p:sp>
        <p:nvSpPr>
          <p:cNvPr id="21" name="AutoShape 21"/>
          <p:cNvSpPr/>
          <p:nvPr/>
        </p:nvSpPr>
        <p:spPr>
          <a:xfrm>
            <a:off x="8670533" y="5856578"/>
            <a:ext cx="946934" cy="9525"/>
          </a:xfrm>
          <a:prstGeom prst="line">
            <a:avLst/>
          </a:prstGeom>
          <a:ln w="9525" cap="flat">
            <a:solidFill>
              <a:srgbClr val="2A2E3A"/>
            </a:solidFill>
            <a:prstDash val="solid"/>
            <a:headEnd type="none" w="sm" len="sm"/>
            <a:tailEnd type="none" w="sm" len="sm"/>
          </a:ln>
        </p:spPr>
        <p:txBody>
          <a:bodyPr/>
          <a:lstStyle/>
          <a:p>
            <a:endParaRPr lang="en-IN"/>
          </a:p>
        </p:txBody>
      </p:sp>
      <p:sp>
        <p:nvSpPr>
          <p:cNvPr id="22" name="AutoShape 22"/>
          <p:cNvSpPr/>
          <p:nvPr/>
        </p:nvSpPr>
        <p:spPr>
          <a:xfrm>
            <a:off x="12912903" y="5856578"/>
            <a:ext cx="1050961" cy="9525"/>
          </a:xfrm>
          <a:prstGeom prst="line">
            <a:avLst/>
          </a:prstGeom>
          <a:ln w="9525" cap="flat">
            <a:solidFill>
              <a:srgbClr val="2A2E3A"/>
            </a:solidFill>
            <a:prstDash val="solid"/>
            <a:headEnd type="none" w="sm" len="sm"/>
            <a:tailEnd type="none" w="sm" len="sm"/>
          </a:ln>
        </p:spPr>
        <p:txBody>
          <a:bodyPr/>
          <a:lstStyle/>
          <a:p>
            <a:endParaRPr lang="en-IN"/>
          </a:p>
        </p:txBody>
      </p:sp>
      <p:sp>
        <p:nvSpPr>
          <p:cNvPr id="23" name="TextBox 23"/>
          <p:cNvSpPr txBox="1"/>
          <p:nvPr/>
        </p:nvSpPr>
        <p:spPr>
          <a:xfrm>
            <a:off x="1028700" y="6823533"/>
            <a:ext cx="3295436" cy="1243965"/>
          </a:xfrm>
          <a:prstGeom prst="rect">
            <a:avLst/>
          </a:prstGeom>
        </p:spPr>
        <p:txBody>
          <a:bodyPr lIns="0" tIns="0" rIns="0" bIns="0" rtlCol="0" anchor="t">
            <a:spAutoFit/>
          </a:bodyPr>
          <a:lstStyle/>
          <a:p>
            <a:pPr algn="ctr">
              <a:lnSpc>
                <a:spcPts val="3359"/>
              </a:lnSpc>
            </a:pPr>
            <a:r>
              <a:rPr lang="en-US" sz="2400" u="none">
                <a:solidFill>
                  <a:srgbClr val="2A2E3A"/>
                </a:solidFill>
                <a:latin typeface="Helios"/>
                <a:ea typeface="Helios"/>
                <a:cs typeface="Helios"/>
                <a:sym typeface="Helios"/>
              </a:rPr>
              <a:t>Write an achievement, successful project or milestone here.</a:t>
            </a:r>
          </a:p>
        </p:txBody>
      </p:sp>
      <p:sp>
        <p:nvSpPr>
          <p:cNvPr id="24" name="TextBox 24"/>
          <p:cNvSpPr txBox="1"/>
          <p:nvPr/>
        </p:nvSpPr>
        <p:spPr>
          <a:xfrm>
            <a:off x="5340421" y="6823533"/>
            <a:ext cx="3295436" cy="1243965"/>
          </a:xfrm>
          <a:prstGeom prst="rect">
            <a:avLst/>
          </a:prstGeom>
        </p:spPr>
        <p:txBody>
          <a:bodyPr lIns="0" tIns="0" rIns="0" bIns="0" rtlCol="0" anchor="t">
            <a:spAutoFit/>
          </a:bodyPr>
          <a:lstStyle/>
          <a:p>
            <a:pPr algn="ctr">
              <a:lnSpc>
                <a:spcPts val="3359"/>
              </a:lnSpc>
            </a:pPr>
            <a:r>
              <a:rPr lang="en-US" sz="2400" u="none">
                <a:solidFill>
                  <a:srgbClr val="2A2E3A"/>
                </a:solidFill>
                <a:latin typeface="Helios"/>
                <a:ea typeface="Helios"/>
                <a:cs typeface="Helios"/>
                <a:sym typeface="Helios"/>
              </a:rPr>
              <a:t>Write an achievement, successful project or milestone here.</a:t>
            </a:r>
          </a:p>
        </p:txBody>
      </p:sp>
      <p:sp>
        <p:nvSpPr>
          <p:cNvPr id="25" name="TextBox 25"/>
          <p:cNvSpPr txBox="1"/>
          <p:nvPr/>
        </p:nvSpPr>
        <p:spPr>
          <a:xfrm>
            <a:off x="9652143" y="6823533"/>
            <a:ext cx="3295436" cy="1243965"/>
          </a:xfrm>
          <a:prstGeom prst="rect">
            <a:avLst/>
          </a:prstGeom>
        </p:spPr>
        <p:txBody>
          <a:bodyPr lIns="0" tIns="0" rIns="0" bIns="0" rtlCol="0" anchor="t">
            <a:spAutoFit/>
          </a:bodyPr>
          <a:lstStyle/>
          <a:p>
            <a:pPr algn="ctr">
              <a:lnSpc>
                <a:spcPts val="3359"/>
              </a:lnSpc>
            </a:pPr>
            <a:r>
              <a:rPr lang="en-US" sz="2400" u="none">
                <a:solidFill>
                  <a:srgbClr val="2A2E3A"/>
                </a:solidFill>
                <a:latin typeface="Helios"/>
                <a:ea typeface="Helios"/>
                <a:cs typeface="Helios"/>
                <a:sym typeface="Helios"/>
              </a:rPr>
              <a:t>Write an achievement, successful project or milestone here.</a:t>
            </a:r>
          </a:p>
        </p:txBody>
      </p:sp>
      <p:sp>
        <p:nvSpPr>
          <p:cNvPr id="26" name="TextBox 26"/>
          <p:cNvSpPr txBox="1"/>
          <p:nvPr/>
        </p:nvSpPr>
        <p:spPr>
          <a:xfrm>
            <a:off x="13963864" y="6823533"/>
            <a:ext cx="3295436" cy="1243965"/>
          </a:xfrm>
          <a:prstGeom prst="rect">
            <a:avLst/>
          </a:prstGeom>
        </p:spPr>
        <p:txBody>
          <a:bodyPr lIns="0" tIns="0" rIns="0" bIns="0" rtlCol="0" anchor="t">
            <a:spAutoFit/>
          </a:bodyPr>
          <a:lstStyle/>
          <a:p>
            <a:pPr algn="ctr">
              <a:lnSpc>
                <a:spcPts val="3359"/>
              </a:lnSpc>
            </a:pPr>
            <a:r>
              <a:rPr lang="en-US" sz="2400" u="none">
                <a:solidFill>
                  <a:srgbClr val="2A2E3A"/>
                </a:solidFill>
                <a:latin typeface="Helios"/>
                <a:ea typeface="Helios"/>
                <a:cs typeface="Helios"/>
                <a:sym typeface="Helios"/>
              </a:rPr>
              <a:t>Write an achievement, successful project or milestone here.</a:t>
            </a:r>
          </a:p>
        </p:txBody>
      </p:sp>
      <p:grpSp>
        <p:nvGrpSpPr>
          <p:cNvPr id="27" name="Group 27"/>
          <p:cNvGrpSpPr/>
          <p:nvPr/>
        </p:nvGrpSpPr>
        <p:grpSpPr>
          <a:xfrm>
            <a:off x="13814230" y="9258300"/>
            <a:ext cx="5765006" cy="1028700"/>
            <a:chOff x="0" y="0"/>
            <a:chExt cx="7686674" cy="1371600"/>
          </a:xfrm>
        </p:grpSpPr>
        <p:grpSp>
          <p:nvGrpSpPr>
            <p:cNvPr id="28" name="Group 28"/>
            <p:cNvGrpSpPr/>
            <p:nvPr/>
          </p:nvGrpSpPr>
          <p:grpSpPr>
            <a:xfrm>
              <a:off x="0" y="0"/>
              <a:ext cx="7686674" cy="1371600"/>
              <a:chOff x="0" y="0"/>
              <a:chExt cx="1049690" cy="187305"/>
            </a:xfrm>
          </p:grpSpPr>
          <p:sp>
            <p:nvSpPr>
              <p:cNvPr id="29" name="Freeform 29"/>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30" name="TextBox 30"/>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31" name="TextBox 31"/>
            <p:cNvSpPr txBox="1"/>
            <p:nvPr/>
          </p:nvSpPr>
          <p:spPr>
            <a:xfrm>
              <a:off x="1942883" y="475615"/>
              <a:ext cx="2698286" cy="391795"/>
            </a:xfrm>
            <a:prstGeom prst="rect">
              <a:avLst/>
            </a:prstGeom>
          </p:spPr>
          <p:txBody>
            <a:bodyPr lIns="0" tIns="0" rIns="0" bIns="0" rtlCol="0" anchor="t">
              <a:spAutoFit/>
            </a:bodyPr>
            <a:lstStyle/>
            <a:p>
              <a:pPr marL="0" lvl="0" indent="0" algn="r">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9858760" y="1028700"/>
            <a:ext cx="1259047" cy="1259042"/>
            <a:chOff x="0" y="0"/>
            <a:chExt cx="6350000" cy="6349975"/>
          </a:xfrm>
        </p:grpSpPr>
        <p:sp>
          <p:nvSpPr>
            <p:cNvPr id="3" name="Freeform 3"/>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a:stretch>
            </a:blipFill>
          </p:spPr>
          <p:txBody>
            <a:bodyPr/>
            <a:lstStyle/>
            <a:p>
              <a:endParaRPr lang="en-IN"/>
            </a:p>
          </p:txBody>
        </p:sp>
      </p:grpSp>
      <p:grpSp>
        <p:nvGrpSpPr>
          <p:cNvPr id="4" name="Group 4"/>
          <p:cNvGrpSpPr>
            <a:grpSpLocks noChangeAspect="1"/>
          </p:cNvGrpSpPr>
          <p:nvPr/>
        </p:nvGrpSpPr>
        <p:grpSpPr>
          <a:xfrm>
            <a:off x="9858760" y="2699168"/>
            <a:ext cx="1259047" cy="1259042"/>
            <a:chOff x="0" y="0"/>
            <a:chExt cx="6350000" cy="6349975"/>
          </a:xfrm>
        </p:grpSpPr>
        <p:sp>
          <p:nvSpPr>
            <p:cNvPr id="5" name="Freeform 5"/>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b="-49813"/>
              </a:stretch>
            </a:blipFill>
          </p:spPr>
          <p:txBody>
            <a:bodyPr/>
            <a:lstStyle/>
            <a:p>
              <a:endParaRPr lang="en-IN"/>
            </a:p>
          </p:txBody>
        </p:sp>
      </p:grpSp>
      <p:grpSp>
        <p:nvGrpSpPr>
          <p:cNvPr id="6" name="Group 6"/>
          <p:cNvGrpSpPr/>
          <p:nvPr/>
        </p:nvGrpSpPr>
        <p:grpSpPr>
          <a:xfrm>
            <a:off x="1028700" y="1028700"/>
            <a:ext cx="7371857" cy="5365691"/>
            <a:chOff x="0" y="0"/>
            <a:chExt cx="9829143" cy="7154255"/>
          </a:xfrm>
        </p:grpSpPr>
        <p:sp>
          <p:nvSpPr>
            <p:cNvPr id="7" name="TextBox 7"/>
            <p:cNvSpPr txBox="1"/>
            <p:nvPr/>
          </p:nvSpPr>
          <p:spPr>
            <a:xfrm>
              <a:off x="0" y="0"/>
              <a:ext cx="9829143" cy="5143500"/>
            </a:xfrm>
            <a:prstGeom prst="rect">
              <a:avLst/>
            </a:prstGeom>
          </p:spPr>
          <p:txBody>
            <a:bodyPr lIns="0" tIns="0" rIns="0" bIns="0" rtlCol="0" anchor="t">
              <a:spAutoFit/>
            </a:bodyPr>
            <a:lstStyle/>
            <a:p>
              <a:pPr algn="l">
                <a:lnSpc>
                  <a:spcPts val="10199"/>
                </a:lnSpc>
              </a:pPr>
              <a:r>
                <a:rPr lang="en-US" sz="8499">
                  <a:solidFill>
                    <a:srgbClr val="A20E20"/>
                  </a:solidFill>
                  <a:latin typeface="TT Hoves Bold"/>
                  <a:ea typeface="TT Hoves Bold"/>
                  <a:cs typeface="TT Hoves Bold"/>
                  <a:sym typeface="TT Hoves Bold"/>
                </a:rPr>
                <a:t>Our Management Team</a:t>
              </a:r>
            </a:p>
          </p:txBody>
        </p:sp>
        <p:sp>
          <p:nvSpPr>
            <p:cNvPr id="8" name="TextBox 8"/>
            <p:cNvSpPr txBox="1"/>
            <p:nvPr/>
          </p:nvSpPr>
          <p:spPr>
            <a:xfrm>
              <a:off x="0" y="5593001"/>
              <a:ext cx="7570122" cy="15612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Briefly elaborate on</a:t>
              </a:r>
            </a:p>
            <a:p>
              <a:pPr algn="l">
                <a:lnSpc>
                  <a:spcPts val="4759"/>
                </a:lnSpc>
              </a:pPr>
              <a:r>
                <a:rPr lang="en-US" sz="3399" u="none">
                  <a:solidFill>
                    <a:srgbClr val="2A2E3A"/>
                  </a:solidFill>
                  <a:latin typeface="Helios"/>
                  <a:ea typeface="Helios"/>
                  <a:cs typeface="Helios"/>
                  <a:sym typeface="Helios"/>
                </a:rPr>
                <a:t>what you want to discuss. </a:t>
              </a:r>
            </a:p>
          </p:txBody>
        </p:sp>
      </p:grpSp>
      <p:grpSp>
        <p:nvGrpSpPr>
          <p:cNvPr id="9" name="Group 9"/>
          <p:cNvGrpSpPr>
            <a:grpSpLocks noChangeAspect="1"/>
          </p:cNvGrpSpPr>
          <p:nvPr/>
        </p:nvGrpSpPr>
        <p:grpSpPr>
          <a:xfrm>
            <a:off x="9858760" y="4373645"/>
            <a:ext cx="1259047" cy="1259042"/>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61492" t="-37686" r="-19861" b="-134515"/>
              </a:stretch>
            </a:blipFill>
          </p:spPr>
          <p:txBody>
            <a:bodyPr/>
            <a:lstStyle/>
            <a:p>
              <a:endParaRPr lang="en-IN"/>
            </a:p>
          </p:txBody>
        </p:sp>
      </p:grpSp>
      <p:grpSp>
        <p:nvGrpSpPr>
          <p:cNvPr id="11" name="Group 11"/>
          <p:cNvGrpSpPr>
            <a:grpSpLocks noChangeAspect="1"/>
          </p:cNvGrpSpPr>
          <p:nvPr/>
        </p:nvGrpSpPr>
        <p:grpSpPr>
          <a:xfrm>
            <a:off x="9858760" y="6044113"/>
            <a:ext cx="1259047" cy="1259042"/>
            <a:chOff x="0" y="0"/>
            <a:chExt cx="6350000" cy="6349975"/>
          </a:xfrm>
        </p:grpSpPr>
        <p:sp>
          <p:nvSpPr>
            <p:cNvPr id="12" name="Freeform 12"/>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t="-25047" b="-25047"/>
              </a:stretch>
            </a:blipFill>
          </p:spPr>
          <p:txBody>
            <a:bodyPr/>
            <a:lstStyle/>
            <a:p>
              <a:endParaRPr lang="en-IN"/>
            </a:p>
          </p:txBody>
        </p:sp>
      </p:grpSp>
      <p:grpSp>
        <p:nvGrpSpPr>
          <p:cNvPr id="13" name="Group 13"/>
          <p:cNvGrpSpPr>
            <a:grpSpLocks noChangeAspect="1"/>
          </p:cNvGrpSpPr>
          <p:nvPr/>
        </p:nvGrpSpPr>
        <p:grpSpPr>
          <a:xfrm>
            <a:off x="9858760" y="7999258"/>
            <a:ext cx="1259047" cy="1259042"/>
            <a:chOff x="0" y="0"/>
            <a:chExt cx="6350000" cy="6349975"/>
          </a:xfrm>
        </p:grpSpPr>
        <p:sp>
          <p:nvSpPr>
            <p:cNvPr id="14" name="Freeform 14"/>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6"/>
              <a:stretch>
                <a:fillRect t="-8797" b="-41297"/>
              </a:stretch>
            </a:blipFill>
          </p:spPr>
          <p:txBody>
            <a:bodyPr/>
            <a:lstStyle/>
            <a:p>
              <a:endParaRPr lang="en-IN"/>
            </a:p>
          </p:txBody>
        </p:sp>
      </p:grpSp>
      <p:grpSp>
        <p:nvGrpSpPr>
          <p:cNvPr id="15" name="Group 15"/>
          <p:cNvGrpSpPr/>
          <p:nvPr/>
        </p:nvGrpSpPr>
        <p:grpSpPr>
          <a:xfrm>
            <a:off x="12050656" y="1155819"/>
            <a:ext cx="5208644" cy="971784"/>
            <a:chOff x="0" y="0"/>
            <a:chExt cx="6944859" cy="1295712"/>
          </a:xfrm>
        </p:grpSpPr>
        <p:sp>
          <p:nvSpPr>
            <p:cNvPr id="16" name="TextBox 16"/>
            <p:cNvSpPr txBox="1"/>
            <p:nvPr/>
          </p:nvSpPr>
          <p:spPr>
            <a:xfrm>
              <a:off x="0" y="-19050"/>
              <a:ext cx="6944859" cy="628650"/>
            </a:xfrm>
            <a:prstGeom prst="rect">
              <a:avLst/>
            </a:prstGeom>
          </p:spPr>
          <p:txBody>
            <a:bodyPr lIns="0" tIns="0" rIns="0" bIns="0" rtlCol="0" anchor="t">
              <a:spAutoFit/>
            </a:bodyPr>
            <a:lstStyle/>
            <a:p>
              <a:pPr marL="0" lvl="0" indent="0" algn="l">
                <a:lnSpc>
                  <a:spcPts val="3600"/>
                </a:lnSpc>
                <a:spcBef>
                  <a:spcPct val="0"/>
                </a:spcBef>
              </a:pPr>
              <a:r>
                <a:rPr lang="en-US" sz="3000" u="none">
                  <a:solidFill>
                    <a:srgbClr val="2A2E3A"/>
                  </a:solidFill>
                  <a:latin typeface="Helios Bold"/>
                  <a:ea typeface="Helios Bold"/>
                  <a:cs typeface="Helios Bold"/>
                  <a:sym typeface="Helios Bold"/>
                </a:rPr>
                <a:t>Stella Ornelas</a:t>
              </a:r>
            </a:p>
          </p:txBody>
        </p:sp>
        <p:sp>
          <p:nvSpPr>
            <p:cNvPr id="17" name="TextBox 17"/>
            <p:cNvSpPr txBox="1"/>
            <p:nvPr/>
          </p:nvSpPr>
          <p:spPr>
            <a:xfrm>
              <a:off x="0" y="770567"/>
              <a:ext cx="6944859"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Chief Executive Officer</a:t>
              </a:r>
            </a:p>
          </p:txBody>
        </p:sp>
      </p:grpSp>
      <p:grpSp>
        <p:nvGrpSpPr>
          <p:cNvPr id="18" name="Group 18"/>
          <p:cNvGrpSpPr/>
          <p:nvPr/>
        </p:nvGrpSpPr>
        <p:grpSpPr>
          <a:xfrm>
            <a:off x="-1287623" y="9258300"/>
            <a:ext cx="5765006" cy="1028700"/>
            <a:chOff x="0" y="0"/>
            <a:chExt cx="7686674" cy="1371600"/>
          </a:xfrm>
        </p:grpSpPr>
        <p:grpSp>
          <p:nvGrpSpPr>
            <p:cNvPr id="19" name="Group 19"/>
            <p:cNvGrpSpPr/>
            <p:nvPr/>
          </p:nvGrpSpPr>
          <p:grpSpPr>
            <a:xfrm>
              <a:off x="0" y="0"/>
              <a:ext cx="7686674" cy="1371600"/>
              <a:chOff x="0" y="0"/>
              <a:chExt cx="1049690" cy="187305"/>
            </a:xfrm>
          </p:grpSpPr>
          <p:sp>
            <p:nvSpPr>
              <p:cNvPr id="20" name="Freeform 20"/>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21" name="TextBox 21"/>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22" name="TextBox 22"/>
            <p:cNvSpPr txBox="1"/>
            <p:nvPr/>
          </p:nvSpPr>
          <p:spPr>
            <a:xfrm>
              <a:off x="3033168" y="475615"/>
              <a:ext cx="2698286" cy="391795"/>
            </a:xfrm>
            <a:prstGeom prst="rect">
              <a:avLst/>
            </a:prstGeom>
          </p:spPr>
          <p:txBody>
            <a:bodyPr lIns="0" tIns="0" rIns="0" bIns="0" rtlCol="0" anchor="t">
              <a:spAutoFit/>
            </a:bodyPr>
            <a:lstStyle/>
            <a:p>
              <a:pPr marL="0" lvl="0" indent="0" algn="l">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grpSp>
        <p:nvGrpSpPr>
          <p:cNvPr id="23" name="Group 23"/>
          <p:cNvGrpSpPr/>
          <p:nvPr/>
        </p:nvGrpSpPr>
        <p:grpSpPr>
          <a:xfrm>
            <a:off x="12050656" y="2898458"/>
            <a:ext cx="5208644" cy="971784"/>
            <a:chOff x="0" y="0"/>
            <a:chExt cx="6944859" cy="1295712"/>
          </a:xfrm>
        </p:grpSpPr>
        <p:sp>
          <p:nvSpPr>
            <p:cNvPr id="24" name="TextBox 24"/>
            <p:cNvSpPr txBox="1"/>
            <p:nvPr/>
          </p:nvSpPr>
          <p:spPr>
            <a:xfrm>
              <a:off x="0" y="-19050"/>
              <a:ext cx="6944859" cy="62865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A2E3A"/>
                  </a:solidFill>
                  <a:latin typeface="Helios Bold"/>
                  <a:ea typeface="Helios Bold"/>
                  <a:cs typeface="Helios Bold"/>
                  <a:sym typeface="Helios Bold"/>
                </a:rPr>
                <a:t>Bryan Cook</a:t>
              </a:r>
            </a:p>
          </p:txBody>
        </p:sp>
        <p:sp>
          <p:nvSpPr>
            <p:cNvPr id="25" name="TextBox 25"/>
            <p:cNvSpPr txBox="1"/>
            <p:nvPr/>
          </p:nvSpPr>
          <p:spPr>
            <a:xfrm>
              <a:off x="0" y="770567"/>
              <a:ext cx="6944859"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Chief Finance Officer</a:t>
              </a:r>
            </a:p>
          </p:txBody>
        </p:sp>
      </p:grpSp>
      <p:grpSp>
        <p:nvGrpSpPr>
          <p:cNvPr id="26" name="Group 26"/>
          <p:cNvGrpSpPr/>
          <p:nvPr/>
        </p:nvGrpSpPr>
        <p:grpSpPr>
          <a:xfrm>
            <a:off x="12050656" y="4641098"/>
            <a:ext cx="5208644" cy="971784"/>
            <a:chOff x="0" y="0"/>
            <a:chExt cx="6944859" cy="1295712"/>
          </a:xfrm>
        </p:grpSpPr>
        <p:sp>
          <p:nvSpPr>
            <p:cNvPr id="27" name="TextBox 27"/>
            <p:cNvSpPr txBox="1"/>
            <p:nvPr/>
          </p:nvSpPr>
          <p:spPr>
            <a:xfrm>
              <a:off x="0" y="-19050"/>
              <a:ext cx="6944859" cy="62865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A2E3A"/>
                  </a:solidFill>
                  <a:latin typeface="Helios Bold"/>
                  <a:ea typeface="Helios Bold"/>
                  <a:cs typeface="Helios Bold"/>
                  <a:sym typeface="Helios Bold"/>
                </a:rPr>
                <a:t>Blaise Martins</a:t>
              </a:r>
            </a:p>
          </p:txBody>
        </p:sp>
        <p:sp>
          <p:nvSpPr>
            <p:cNvPr id="28" name="TextBox 28"/>
            <p:cNvSpPr txBox="1"/>
            <p:nvPr/>
          </p:nvSpPr>
          <p:spPr>
            <a:xfrm>
              <a:off x="0" y="770567"/>
              <a:ext cx="6944859"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Director</a:t>
              </a:r>
            </a:p>
          </p:txBody>
        </p:sp>
      </p:grpSp>
      <p:grpSp>
        <p:nvGrpSpPr>
          <p:cNvPr id="29" name="Group 29"/>
          <p:cNvGrpSpPr/>
          <p:nvPr/>
        </p:nvGrpSpPr>
        <p:grpSpPr>
          <a:xfrm>
            <a:off x="12050656" y="6383737"/>
            <a:ext cx="5208644" cy="971784"/>
            <a:chOff x="0" y="0"/>
            <a:chExt cx="6944859" cy="1295712"/>
          </a:xfrm>
        </p:grpSpPr>
        <p:sp>
          <p:nvSpPr>
            <p:cNvPr id="30" name="TextBox 30"/>
            <p:cNvSpPr txBox="1"/>
            <p:nvPr/>
          </p:nvSpPr>
          <p:spPr>
            <a:xfrm>
              <a:off x="0" y="-19050"/>
              <a:ext cx="6944859" cy="62865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A2E3A"/>
                  </a:solidFill>
                  <a:latin typeface="Helios Bold"/>
                  <a:ea typeface="Helios Bold"/>
                  <a:cs typeface="Helios Bold"/>
                  <a:sym typeface="Helios Bold"/>
                </a:rPr>
                <a:t>Carl Miller</a:t>
              </a:r>
            </a:p>
          </p:txBody>
        </p:sp>
        <p:sp>
          <p:nvSpPr>
            <p:cNvPr id="31" name="TextBox 31"/>
            <p:cNvSpPr txBox="1"/>
            <p:nvPr/>
          </p:nvSpPr>
          <p:spPr>
            <a:xfrm>
              <a:off x="0" y="770567"/>
              <a:ext cx="6944859"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Accountant</a:t>
              </a:r>
            </a:p>
          </p:txBody>
        </p:sp>
      </p:grpSp>
      <p:grpSp>
        <p:nvGrpSpPr>
          <p:cNvPr id="32" name="Group 32"/>
          <p:cNvGrpSpPr/>
          <p:nvPr/>
        </p:nvGrpSpPr>
        <p:grpSpPr>
          <a:xfrm>
            <a:off x="12050656" y="8126377"/>
            <a:ext cx="5208644" cy="971784"/>
            <a:chOff x="0" y="0"/>
            <a:chExt cx="6944859" cy="1295712"/>
          </a:xfrm>
        </p:grpSpPr>
        <p:sp>
          <p:nvSpPr>
            <p:cNvPr id="33" name="TextBox 33"/>
            <p:cNvSpPr txBox="1"/>
            <p:nvPr/>
          </p:nvSpPr>
          <p:spPr>
            <a:xfrm>
              <a:off x="0" y="-19050"/>
              <a:ext cx="6944859" cy="628650"/>
            </a:xfrm>
            <a:prstGeom prst="rect">
              <a:avLst/>
            </a:prstGeom>
          </p:spPr>
          <p:txBody>
            <a:bodyPr lIns="0" tIns="0" rIns="0" bIns="0" rtlCol="0" anchor="t">
              <a:spAutoFit/>
            </a:bodyPr>
            <a:lstStyle/>
            <a:p>
              <a:pPr marL="0" lvl="0" indent="0" algn="l">
                <a:lnSpc>
                  <a:spcPts val="3600"/>
                </a:lnSpc>
                <a:spcBef>
                  <a:spcPct val="0"/>
                </a:spcBef>
              </a:pPr>
              <a:r>
                <a:rPr lang="en-US" sz="3000">
                  <a:solidFill>
                    <a:srgbClr val="2A2E3A"/>
                  </a:solidFill>
                  <a:latin typeface="Helios Bold"/>
                  <a:ea typeface="Helios Bold"/>
                  <a:cs typeface="Helios Bold"/>
                  <a:sym typeface="Helios Bold"/>
                </a:rPr>
                <a:t>Sadie Jones</a:t>
              </a:r>
            </a:p>
          </p:txBody>
        </p:sp>
        <p:sp>
          <p:nvSpPr>
            <p:cNvPr id="34" name="TextBox 34"/>
            <p:cNvSpPr txBox="1"/>
            <p:nvPr/>
          </p:nvSpPr>
          <p:spPr>
            <a:xfrm>
              <a:off x="0" y="770567"/>
              <a:ext cx="6944859" cy="525145"/>
            </a:xfrm>
            <a:prstGeom prst="rect">
              <a:avLst/>
            </a:prstGeom>
          </p:spPr>
          <p:txBody>
            <a:bodyPr lIns="0" tIns="0" rIns="0" bIns="0" rtlCol="0" anchor="t">
              <a:spAutoFit/>
            </a:bodyPr>
            <a:lstStyle/>
            <a:p>
              <a:pPr algn="l">
                <a:lnSpc>
                  <a:spcPts val="3359"/>
                </a:lnSpc>
              </a:pPr>
              <a:r>
                <a:rPr lang="en-US" sz="2400" u="none">
                  <a:solidFill>
                    <a:srgbClr val="2A2E3A"/>
                  </a:solidFill>
                  <a:latin typeface="Helios"/>
                  <a:ea typeface="Helios"/>
                  <a:cs typeface="Helios"/>
                  <a:sym typeface="Helios"/>
                </a:rPr>
                <a:t>Finance Manager</a:t>
              </a:r>
            </a:p>
          </p:txBody>
        </p:sp>
      </p:grpSp>
      <p:grpSp>
        <p:nvGrpSpPr>
          <p:cNvPr id="35" name="Group 35"/>
          <p:cNvGrpSpPr/>
          <p:nvPr/>
        </p:nvGrpSpPr>
        <p:grpSpPr>
          <a:xfrm>
            <a:off x="1028700" y="7303156"/>
            <a:ext cx="5858209" cy="1207008"/>
            <a:chOff x="0" y="0"/>
            <a:chExt cx="8684451" cy="1789319"/>
          </a:xfrm>
        </p:grpSpPr>
        <p:sp>
          <p:nvSpPr>
            <p:cNvPr id="36" name="Freeform 36"/>
            <p:cNvSpPr/>
            <p:nvPr/>
          </p:nvSpPr>
          <p:spPr>
            <a:xfrm>
              <a:off x="0" y="0"/>
              <a:ext cx="8684451" cy="1789319"/>
            </a:xfrm>
            <a:custGeom>
              <a:avLst/>
              <a:gdLst/>
              <a:ahLst/>
              <a:cxnLst/>
              <a:rect l="l" t="t" r="r" b="b"/>
              <a:pathLst>
                <a:path w="8684451" h="1789319">
                  <a:moveTo>
                    <a:pt x="39647" y="0"/>
                  </a:moveTo>
                  <a:lnTo>
                    <a:pt x="8644804" y="0"/>
                  </a:lnTo>
                  <a:cubicBezTo>
                    <a:pt x="8666700" y="0"/>
                    <a:pt x="8684451" y="17750"/>
                    <a:pt x="8684451" y="39647"/>
                  </a:cubicBezTo>
                  <a:lnTo>
                    <a:pt x="8684451" y="1749672"/>
                  </a:lnTo>
                  <a:cubicBezTo>
                    <a:pt x="8684451" y="1771568"/>
                    <a:pt x="8666700" y="1789319"/>
                    <a:pt x="8644804" y="1789319"/>
                  </a:cubicBezTo>
                  <a:lnTo>
                    <a:pt x="39647" y="1789319"/>
                  </a:lnTo>
                  <a:cubicBezTo>
                    <a:pt x="17750" y="1789319"/>
                    <a:pt x="0" y="1771568"/>
                    <a:pt x="0" y="1749672"/>
                  </a:cubicBezTo>
                  <a:lnTo>
                    <a:pt x="0" y="39647"/>
                  </a:lnTo>
                  <a:cubicBezTo>
                    <a:pt x="0" y="17750"/>
                    <a:pt x="17750" y="0"/>
                    <a:pt x="39647" y="0"/>
                  </a:cubicBezTo>
                  <a:close/>
                </a:path>
              </a:pathLst>
            </a:custGeom>
            <a:solidFill>
              <a:srgbClr val="FFFFFF"/>
            </a:solidFill>
            <a:ln w="9525" cap="rnd">
              <a:solidFill>
                <a:srgbClr val="2A2E3A"/>
              </a:solidFill>
              <a:prstDash val="solid"/>
              <a:round/>
            </a:ln>
          </p:spPr>
          <p:txBody>
            <a:bodyPr/>
            <a:lstStyle/>
            <a:p>
              <a:endParaRPr lang="en-IN"/>
            </a:p>
          </p:txBody>
        </p:sp>
        <p:sp>
          <p:nvSpPr>
            <p:cNvPr id="37" name="TextBox 37"/>
            <p:cNvSpPr txBox="1"/>
            <p:nvPr/>
          </p:nvSpPr>
          <p:spPr>
            <a:xfrm>
              <a:off x="0" y="-38100"/>
              <a:ext cx="8684451" cy="1827419"/>
            </a:xfrm>
            <a:prstGeom prst="rect">
              <a:avLst/>
            </a:prstGeom>
          </p:spPr>
          <p:txBody>
            <a:bodyPr lIns="254000" tIns="254000" rIns="254000" bIns="254000" rtlCol="0" anchor="ctr"/>
            <a:lstStyle/>
            <a:p>
              <a:pPr algn="l">
                <a:lnSpc>
                  <a:spcPts val="2100"/>
                </a:lnSpc>
              </a:pPr>
              <a:r>
                <a:rPr lang="en-US" sz="1500">
                  <a:solidFill>
                    <a:srgbClr val="2A2E3A"/>
                  </a:solidFill>
                  <a:latin typeface="Helios"/>
                  <a:ea typeface="Helios"/>
                  <a:cs typeface="Helios"/>
                  <a:sym typeface="Helios"/>
                </a:rPr>
                <a:t>Drag and drop your photo or video! Click the sample photo or video and delete. Select yours from the uploads tab, drag, and then drop inside the frame!</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853991" y="3723647"/>
          <a:ext cx="11405309" cy="5698085"/>
        </p:xfrm>
        <a:graphic>
          <a:graphicData uri="http://schemas.openxmlformats.org/drawingml/2006/table">
            <a:tbl>
              <a:tblPr/>
              <a:tblGrid>
                <a:gridCol w="11405309">
                  <a:extLst>
                    <a:ext uri="{9D8B030D-6E8A-4147-A177-3AD203B41FA5}">
                      <a16:colId xmlns:a16="http://schemas.microsoft.com/office/drawing/2014/main" val="20000"/>
                    </a:ext>
                  </a:extLst>
                </a:gridCol>
              </a:tblGrid>
              <a:tr h="1128274">
                <a:tc>
                  <a:txBody>
                    <a:bodyPr/>
                    <a:lstStyle/>
                    <a:p>
                      <a:pPr algn="l">
                        <a:lnSpc>
                          <a:spcPts val="3499"/>
                        </a:lnSpc>
                        <a:defRPr/>
                      </a:pPr>
                      <a:r>
                        <a:rPr lang="en-US" sz="2499">
                          <a:solidFill>
                            <a:srgbClr val="2A2E3A"/>
                          </a:solidFill>
                          <a:latin typeface="Helios"/>
                          <a:ea typeface="Helios"/>
                          <a:cs typeface="Helios"/>
                          <a:sym typeface="Helios"/>
                        </a:rPr>
                        <a:t>List your company's services/products.</a:t>
                      </a:r>
                      <a:endParaRPr lang="en-US" sz="1100"/>
                    </a:p>
                  </a:txBody>
                  <a:tcPr marL="211594" marR="211594" marT="211594" marB="211594" anchor="b">
                    <a:lnL w="0" cap="flat" cmpd="sng" algn="ctr">
                      <a:solidFill>
                        <a:srgbClr val="EDECED"/>
                      </a:solidFill>
                      <a:prstDash val="solid"/>
                      <a:round/>
                      <a:headEnd type="none" w="med" len="med"/>
                      <a:tailEnd type="none" w="med" len="med"/>
                    </a:lnL>
                    <a:lnR w="0" cap="flat" cmpd="sng" algn="ctr">
                      <a:solidFill>
                        <a:srgbClr val="EDECED"/>
                      </a:solidFill>
                      <a:prstDash val="solid"/>
                      <a:round/>
                      <a:headEnd type="none" w="med" len="med"/>
                      <a:tailEnd type="none" w="med" len="med"/>
                    </a:lnR>
                    <a:lnT w="0" cap="flat" cmpd="sng" algn="ctr">
                      <a:solidFill>
                        <a:srgbClr val="EDECED"/>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0"/>
                  </a:ext>
                </a:extLst>
              </a:tr>
              <a:tr h="1147179">
                <a:tc>
                  <a:txBody>
                    <a:bodyPr/>
                    <a:lstStyle/>
                    <a:p>
                      <a:pPr algn="l">
                        <a:lnSpc>
                          <a:spcPts val="3499"/>
                        </a:lnSpc>
                        <a:defRPr/>
                      </a:pPr>
                      <a:r>
                        <a:rPr lang="en-US" sz="2499">
                          <a:solidFill>
                            <a:srgbClr val="2A2E3A"/>
                          </a:solidFill>
                          <a:latin typeface="Helios"/>
                          <a:ea typeface="Helios"/>
                          <a:cs typeface="Helios"/>
                          <a:sym typeface="Helios"/>
                        </a:rPr>
                        <a:t>List your company's services/products.</a:t>
                      </a:r>
                      <a:endParaRPr lang="en-US" sz="1100"/>
                    </a:p>
                  </a:txBody>
                  <a:tcPr marL="211594" marR="211594" marT="211594" marB="211594" anchor="b">
                    <a:lnL w="0" cap="flat" cmpd="sng" algn="ctr">
                      <a:solidFill>
                        <a:srgbClr val="EDECED"/>
                      </a:solidFill>
                      <a:prstDash val="solid"/>
                      <a:round/>
                      <a:headEnd type="none" w="med" len="med"/>
                      <a:tailEnd type="none" w="med" len="med"/>
                    </a:lnL>
                    <a:lnR w="0" cap="flat" cmpd="sng" algn="ctr">
                      <a:solidFill>
                        <a:srgbClr val="EDECED"/>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1"/>
                  </a:ext>
                </a:extLst>
              </a:tr>
              <a:tr h="1147179">
                <a:tc>
                  <a:txBody>
                    <a:bodyPr/>
                    <a:lstStyle/>
                    <a:p>
                      <a:pPr algn="l">
                        <a:lnSpc>
                          <a:spcPts val="3499"/>
                        </a:lnSpc>
                        <a:defRPr/>
                      </a:pPr>
                      <a:r>
                        <a:rPr lang="en-US" sz="2499">
                          <a:solidFill>
                            <a:srgbClr val="2A2E3A"/>
                          </a:solidFill>
                          <a:latin typeface="Helios"/>
                          <a:ea typeface="Helios"/>
                          <a:cs typeface="Helios"/>
                          <a:sym typeface="Helios"/>
                        </a:rPr>
                        <a:t>List your company's services/products.</a:t>
                      </a:r>
                      <a:endParaRPr lang="en-US" sz="1100"/>
                    </a:p>
                  </a:txBody>
                  <a:tcPr marL="211594" marR="211594" marT="211594" marB="211594" anchor="b">
                    <a:lnL w="0" cap="flat" cmpd="sng" algn="ctr">
                      <a:solidFill>
                        <a:srgbClr val="EDECED"/>
                      </a:solidFill>
                      <a:prstDash val="solid"/>
                      <a:round/>
                      <a:headEnd type="none" w="med" len="med"/>
                      <a:tailEnd type="none" w="med" len="med"/>
                    </a:lnL>
                    <a:lnR w="0" cap="flat" cmpd="sng" algn="ctr">
                      <a:solidFill>
                        <a:srgbClr val="EDECED"/>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2"/>
                  </a:ext>
                </a:extLst>
              </a:tr>
              <a:tr h="1147179">
                <a:tc>
                  <a:txBody>
                    <a:bodyPr/>
                    <a:lstStyle/>
                    <a:p>
                      <a:pPr algn="l">
                        <a:lnSpc>
                          <a:spcPts val="3499"/>
                        </a:lnSpc>
                        <a:defRPr/>
                      </a:pPr>
                      <a:r>
                        <a:rPr lang="en-US" sz="2499">
                          <a:solidFill>
                            <a:srgbClr val="2A2E3A"/>
                          </a:solidFill>
                          <a:latin typeface="Helios"/>
                          <a:ea typeface="Helios"/>
                          <a:cs typeface="Helios"/>
                          <a:sym typeface="Helios"/>
                        </a:rPr>
                        <a:t>List your company's services/products.</a:t>
                      </a:r>
                      <a:endParaRPr lang="en-US" sz="1100"/>
                    </a:p>
                  </a:txBody>
                  <a:tcPr marL="211594" marR="211594" marT="211594" marB="211594" anchor="b">
                    <a:lnL w="0" cap="flat" cmpd="sng" algn="ctr">
                      <a:solidFill>
                        <a:srgbClr val="EDECED"/>
                      </a:solidFill>
                      <a:prstDash val="solid"/>
                      <a:round/>
                      <a:headEnd type="none" w="med" len="med"/>
                      <a:tailEnd type="none" w="med" len="med"/>
                    </a:lnL>
                    <a:lnR w="0" cap="flat" cmpd="sng" algn="ctr">
                      <a:solidFill>
                        <a:srgbClr val="EDECED"/>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3"/>
                  </a:ext>
                </a:extLst>
              </a:tr>
              <a:tr h="1128274">
                <a:tc>
                  <a:txBody>
                    <a:bodyPr/>
                    <a:lstStyle/>
                    <a:p>
                      <a:pPr algn="l">
                        <a:lnSpc>
                          <a:spcPts val="3499"/>
                        </a:lnSpc>
                        <a:defRPr/>
                      </a:pPr>
                      <a:r>
                        <a:rPr lang="en-US" sz="2499">
                          <a:solidFill>
                            <a:srgbClr val="2A2E3A"/>
                          </a:solidFill>
                          <a:latin typeface="Helios"/>
                          <a:ea typeface="Helios"/>
                          <a:cs typeface="Helios"/>
                          <a:sym typeface="Helios"/>
                        </a:rPr>
                        <a:t>List your company's services/products.</a:t>
                      </a:r>
                      <a:endParaRPr lang="en-US" sz="1100"/>
                    </a:p>
                  </a:txBody>
                  <a:tcPr marL="211594" marR="211594" marT="211594" marB="211594" anchor="b">
                    <a:lnL w="0" cap="flat" cmpd="sng" algn="ctr">
                      <a:solidFill>
                        <a:srgbClr val="EDECED"/>
                      </a:solidFill>
                      <a:prstDash val="solid"/>
                      <a:round/>
                      <a:headEnd type="none" w="med" len="med"/>
                      <a:tailEnd type="none" w="med" len="med"/>
                    </a:lnL>
                    <a:lnR w="0" cap="flat" cmpd="sng" algn="ctr">
                      <a:solidFill>
                        <a:srgbClr val="EDECED"/>
                      </a:solidFill>
                      <a:prstDash val="solid"/>
                      <a:round/>
                      <a:headEnd type="none" w="med" len="med"/>
                      <a:tailEnd type="none" w="med" len="med"/>
                    </a:lnR>
                    <a:lnT w="9525" cap="flat" cmpd="sng" algn="ctr">
                      <a:solidFill>
                        <a:srgbClr val="2A2E3A"/>
                      </a:solidFill>
                      <a:prstDash val="solid"/>
                      <a:round/>
                      <a:headEnd type="none" w="med" len="med"/>
                      <a:tailEnd type="none" w="med" len="med"/>
                    </a:lnT>
                    <a:lnB w="0" cap="flat" cmpd="sng" algn="ctr">
                      <a:solidFill>
                        <a:srgbClr val="EDECE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Freeform 3"/>
          <p:cNvSpPr/>
          <p:nvPr/>
        </p:nvSpPr>
        <p:spPr>
          <a:xfrm>
            <a:off x="0" y="0"/>
            <a:ext cx="4477382" cy="10287000"/>
          </a:xfrm>
          <a:custGeom>
            <a:avLst/>
            <a:gdLst/>
            <a:ahLst/>
            <a:cxnLst/>
            <a:rect l="l" t="t" r="r" b="b"/>
            <a:pathLst>
              <a:path w="4477382" h="10287000">
                <a:moveTo>
                  <a:pt x="0" y="0"/>
                </a:moveTo>
                <a:lnTo>
                  <a:pt x="4477382" y="0"/>
                </a:lnTo>
                <a:lnTo>
                  <a:pt x="4477382" y="10287000"/>
                </a:lnTo>
                <a:lnTo>
                  <a:pt x="0" y="10287000"/>
                </a:lnTo>
                <a:lnTo>
                  <a:pt x="0" y="0"/>
                </a:lnTo>
                <a:close/>
              </a:path>
            </a:pathLst>
          </a:custGeom>
          <a:blipFill>
            <a:blip r:embed="rId2"/>
            <a:stretch>
              <a:fillRect l="-7478" r="-45691"/>
            </a:stretch>
          </a:blipFill>
        </p:spPr>
        <p:txBody>
          <a:bodyPr/>
          <a:lstStyle/>
          <a:p>
            <a:endParaRPr lang="en-IN"/>
          </a:p>
        </p:txBody>
      </p:sp>
      <p:grpSp>
        <p:nvGrpSpPr>
          <p:cNvPr id="4" name="Group 4"/>
          <p:cNvGrpSpPr/>
          <p:nvPr/>
        </p:nvGrpSpPr>
        <p:grpSpPr>
          <a:xfrm>
            <a:off x="-1287623" y="9258300"/>
            <a:ext cx="5765006" cy="1028700"/>
            <a:chOff x="0" y="0"/>
            <a:chExt cx="7686674" cy="1371600"/>
          </a:xfrm>
        </p:grpSpPr>
        <p:grpSp>
          <p:nvGrpSpPr>
            <p:cNvPr id="5" name="Group 5"/>
            <p:cNvGrpSpPr/>
            <p:nvPr/>
          </p:nvGrpSpPr>
          <p:grpSpPr>
            <a:xfrm>
              <a:off x="0" y="0"/>
              <a:ext cx="7686674" cy="1371600"/>
              <a:chOff x="0" y="0"/>
              <a:chExt cx="1049690" cy="187305"/>
            </a:xfrm>
          </p:grpSpPr>
          <p:sp>
            <p:nvSpPr>
              <p:cNvPr id="6" name="Freeform 6"/>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7" name="TextBox 7"/>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8" name="TextBox 8"/>
            <p:cNvSpPr txBox="1"/>
            <p:nvPr/>
          </p:nvSpPr>
          <p:spPr>
            <a:xfrm>
              <a:off x="3033168" y="475615"/>
              <a:ext cx="2698286" cy="391795"/>
            </a:xfrm>
            <a:prstGeom prst="rect">
              <a:avLst/>
            </a:prstGeom>
          </p:spPr>
          <p:txBody>
            <a:bodyPr lIns="0" tIns="0" rIns="0" bIns="0" rtlCol="0" anchor="t">
              <a:spAutoFit/>
            </a:bodyPr>
            <a:lstStyle/>
            <a:p>
              <a:pPr marL="0" lvl="0" indent="0" algn="l">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grpSp>
        <p:nvGrpSpPr>
          <p:cNvPr id="9" name="Group 9"/>
          <p:cNvGrpSpPr/>
          <p:nvPr/>
        </p:nvGrpSpPr>
        <p:grpSpPr>
          <a:xfrm>
            <a:off x="5853991" y="1028700"/>
            <a:ext cx="11405309" cy="2102503"/>
            <a:chOff x="0" y="0"/>
            <a:chExt cx="15207079" cy="2803338"/>
          </a:xfrm>
        </p:grpSpPr>
        <p:sp>
          <p:nvSpPr>
            <p:cNvPr id="10" name="TextBox 10"/>
            <p:cNvSpPr txBox="1"/>
            <p:nvPr/>
          </p:nvSpPr>
          <p:spPr>
            <a:xfrm>
              <a:off x="0" y="0"/>
              <a:ext cx="15207079" cy="1714500"/>
            </a:xfrm>
            <a:prstGeom prst="rect">
              <a:avLst/>
            </a:prstGeom>
          </p:spPr>
          <p:txBody>
            <a:bodyPr lIns="0" tIns="0" rIns="0" bIns="0" rtlCol="0" anchor="t">
              <a:spAutoFit/>
            </a:bodyPr>
            <a:lstStyle/>
            <a:p>
              <a:pPr algn="l">
                <a:lnSpc>
                  <a:spcPts val="10199"/>
                </a:lnSpc>
              </a:pPr>
              <a:r>
                <a:rPr lang="en-US" sz="8499">
                  <a:solidFill>
                    <a:srgbClr val="A20E20"/>
                  </a:solidFill>
                  <a:latin typeface="TT Hoves Bold"/>
                  <a:ea typeface="TT Hoves Bold"/>
                  <a:cs typeface="TT Hoves Bold"/>
                  <a:sym typeface="TT Hoves Bold"/>
                </a:rPr>
                <a:t>Our Offered Services</a:t>
              </a:r>
            </a:p>
          </p:txBody>
        </p:sp>
        <p:sp>
          <p:nvSpPr>
            <p:cNvPr id="11" name="TextBox 11"/>
            <p:cNvSpPr txBox="1"/>
            <p:nvPr/>
          </p:nvSpPr>
          <p:spPr>
            <a:xfrm>
              <a:off x="0" y="2042184"/>
              <a:ext cx="15207079" cy="7611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Briefly elaborate on what you want to discuss. </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2601808" y="-384018"/>
            <a:ext cx="18526628" cy="3984902"/>
            <a:chOff x="0" y="0"/>
            <a:chExt cx="1610883" cy="346486"/>
          </a:xfrm>
        </p:grpSpPr>
        <p:sp>
          <p:nvSpPr>
            <p:cNvPr id="3" name="Freeform 3"/>
            <p:cNvSpPr/>
            <p:nvPr/>
          </p:nvSpPr>
          <p:spPr>
            <a:xfrm>
              <a:off x="0" y="0"/>
              <a:ext cx="1610883" cy="346486"/>
            </a:xfrm>
            <a:custGeom>
              <a:avLst/>
              <a:gdLst/>
              <a:ahLst/>
              <a:cxnLst/>
              <a:rect l="l" t="t" r="r" b="b"/>
              <a:pathLst>
                <a:path w="1610883" h="346486">
                  <a:moveTo>
                    <a:pt x="203200" y="0"/>
                  </a:moveTo>
                  <a:lnTo>
                    <a:pt x="1407683" y="0"/>
                  </a:lnTo>
                  <a:lnTo>
                    <a:pt x="1610883" y="346486"/>
                  </a:lnTo>
                  <a:lnTo>
                    <a:pt x="0" y="346486"/>
                  </a:lnTo>
                  <a:lnTo>
                    <a:pt x="203200" y="0"/>
                  </a:lnTo>
                  <a:close/>
                </a:path>
              </a:pathLst>
            </a:custGeom>
            <a:solidFill>
              <a:srgbClr val="E4E4E4"/>
            </a:solidFill>
          </p:spPr>
          <p:txBody>
            <a:bodyPr/>
            <a:lstStyle/>
            <a:p>
              <a:endParaRPr lang="en-IN"/>
            </a:p>
          </p:txBody>
        </p:sp>
        <p:sp>
          <p:nvSpPr>
            <p:cNvPr id="4" name="TextBox 4"/>
            <p:cNvSpPr txBox="1"/>
            <p:nvPr/>
          </p:nvSpPr>
          <p:spPr>
            <a:xfrm>
              <a:off x="127000" y="-38100"/>
              <a:ext cx="1356883" cy="384586"/>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3814230" y="9258300"/>
            <a:ext cx="5765006" cy="1028700"/>
            <a:chOff x="0" y="0"/>
            <a:chExt cx="7686674" cy="1371600"/>
          </a:xfrm>
        </p:grpSpPr>
        <p:grpSp>
          <p:nvGrpSpPr>
            <p:cNvPr id="6" name="Group 6"/>
            <p:cNvGrpSpPr/>
            <p:nvPr/>
          </p:nvGrpSpPr>
          <p:grpSpPr>
            <a:xfrm>
              <a:off x="0" y="0"/>
              <a:ext cx="7686674" cy="1371600"/>
              <a:chOff x="0" y="0"/>
              <a:chExt cx="1049690" cy="187305"/>
            </a:xfrm>
          </p:grpSpPr>
          <p:sp>
            <p:nvSpPr>
              <p:cNvPr id="7" name="Freeform 7"/>
              <p:cNvSpPr/>
              <p:nvPr/>
            </p:nvSpPr>
            <p:spPr>
              <a:xfrm>
                <a:off x="0" y="0"/>
                <a:ext cx="1049690" cy="187305"/>
              </a:xfrm>
              <a:custGeom>
                <a:avLst/>
                <a:gdLst/>
                <a:ahLst/>
                <a:cxnLst/>
                <a:rect l="l" t="t" r="r" b="b"/>
                <a:pathLst>
                  <a:path w="1049690" h="187305">
                    <a:moveTo>
                      <a:pt x="203200" y="0"/>
                    </a:moveTo>
                    <a:lnTo>
                      <a:pt x="846490" y="0"/>
                    </a:lnTo>
                    <a:lnTo>
                      <a:pt x="1049690" y="187305"/>
                    </a:lnTo>
                    <a:lnTo>
                      <a:pt x="0" y="187305"/>
                    </a:lnTo>
                    <a:lnTo>
                      <a:pt x="203200" y="0"/>
                    </a:lnTo>
                    <a:close/>
                  </a:path>
                </a:pathLst>
              </a:custGeom>
              <a:solidFill>
                <a:srgbClr val="A20E20"/>
              </a:solidFill>
            </p:spPr>
            <p:txBody>
              <a:bodyPr/>
              <a:lstStyle/>
              <a:p>
                <a:endParaRPr lang="en-IN"/>
              </a:p>
            </p:txBody>
          </p:sp>
          <p:sp>
            <p:nvSpPr>
              <p:cNvPr id="8" name="TextBox 8"/>
              <p:cNvSpPr txBox="1"/>
              <p:nvPr/>
            </p:nvSpPr>
            <p:spPr>
              <a:xfrm>
                <a:off x="127000" y="-38100"/>
                <a:ext cx="795690" cy="225405"/>
              </a:xfrm>
              <a:prstGeom prst="rect">
                <a:avLst/>
              </a:prstGeom>
            </p:spPr>
            <p:txBody>
              <a:bodyPr lIns="50800" tIns="50800" rIns="50800" bIns="50800" rtlCol="0" anchor="ctr"/>
              <a:lstStyle/>
              <a:p>
                <a:pPr algn="ctr">
                  <a:lnSpc>
                    <a:spcPts val="2100"/>
                  </a:lnSpc>
                </a:pPr>
                <a:endParaRPr/>
              </a:p>
            </p:txBody>
          </p:sp>
        </p:grpSp>
        <p:sp>
          <p:nvSpPr>
            <p:cNvPr id="9" name="TextBox 9"/>
            <p:cNvSpPr txBox="1"/>
            <p:nvPr/>
          </p:nvSpPr>
          <p:spPr>
            <a:xfrm>
              <a:off x="1942883" y="475615"/>
              <a:ext cx="2698286" cy="391795"/>
            </a:xfrm>
            <a:prstGeom prst="rect">
              <a:avLst/>
            </a:prstGeom>
          </p:spPr>
          <p:txBody>
            <a:bodyPr lIns="0" tIns="0" rIns="0" bIns="0" rtlCol="0" anchor="t">
              <a:spAutoFit/>
            </a:bodyPr>
            <a:lstStyle/>
            <a:p>
              <a:pPr marL="0" lvl="0" indent="0" algn="r">
                <a:lnSpc>
                  <a:spcPts val="2340"/>
                </a:lnSpc>
                <a:spcBef>
                  <a:spcPct val="0"/>
                </a:spcBef>
              </a:pPr>
              <a:r>
                <a:rPr lang="en-US" sz="1800">
                  <a:solidFill>
                    <a:srgbClr val="FFFFFF"/>
                  </a:solidFill>
                  <a:latin typeface="Helios Bold"/>
                  <a:ea typeface="Helios Bold"/>
                  <a:cs typeface="Helios Bold"/>
                  <a:sym typeface="Helios Bold"/>
                </a:rPr>
                <a:t>Back to Agenda</a:t>
              </a:r>
            </a:p>
          </p:txBody>
        </p:sp>
      </p:grpSp>
      <p:grpSp>
        <p:nvGrpSpPr>
          <p:cNvPr id="10" name="Group 10"/>
          <p:cNvGrpSpPr/>
          <p:nvPr/>
        </p:nvGrpSpPr>
        <p:grpSpPr>
          <a:xfrm>
            <a:off x="1028700" y="802859"/>
            <a:ext cx="11620195" cy="2006657"/>
            <a:chOff x="0" y="0"/>
            <a:chExt cx="15493593" cy="2675543"/>
          </a:xfrm>
        </p:grpSpPr>
        <p:sp>
          <p:nvSpPr>
            <p:cNvPr id="11" name="TextBox 11"/>
            <p:cNvSpPr txBox="1"/>
            <p:nvPr/>
          </p:nvSpPr>
          <p:spPr>
            <a:xfrm>
              <a:off x="0" y="0"/>
              <a:ext cx="15493593" cy="1714500"/>
            </a:xfrm>
            <a:prstGeom prst="rect">
              <a:avLst/>
            </a:prstGeom>
          </p:spPr>
          <p:txBody>
            <a:bodyPr lIns="0" tIns="0" rIns="0" bIns="0" rtlCol="0" anchor="t">
              <a:spAutoFit/>
            </a:bodyPr>
            <a:lstStyle/>
            <a:p>
              <a:pPr algn="l">
                <a:lnSpc>
                  <a:spcPts val="10199"/>
                </a:lnSpc>
              </a:pPr>
              <a:r>
                <a:rPr lang="en-US" sz="8499">
                  <a:solidFill>
                    <a:srgbClr val="A20E20"/>
                  </a:solidFill>
                  <a:latin typeface="TT Hoves Bold"/>
                  <a:ea typeface="TT Hoves Bold"/>
                  <a:cs typeface="TT Hoves Bold"/>
                  <a:sym typeface="TT Hoves Bold"/>
                </a:rPr>
                <a:t>Financial Guidance</a:t>
              </a:r>
            </a:p>
          </p:txBody>
        </p:sp>
        <p:sp>
          <p:nvSpPr>
            <p:cNvPr id="12" name="TextBox 12"/>
            <p:cNvSpPr txBox="1"/>
            <p:nvPr/>
          </p:nvSpPr>
          <p:spPr>
            <a:xfrm>
              <a:off x="0" y="1914389"/>
              <a:ext cx="15493593" cy="7611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Briefly elaborate on what you want to discuss. </a:t>
              </a:r>
            </a:p>
          </p:txBody>
        </p:sp>
      </p:grpSp>
      <p:graphicFrame>
        <p:nvGraphicFramePr>
          <p:cNvPr id="13" name="Table 13"/>
          <p:cNvGraphicFramePr>
            <a:graphicFrameLocks noGrp="1"/>
          </p:cNvGraphicFramePr>
          <p:nvPr/>
        </p:nvGraphicFramePr>
        <p:xfrm>
          <a:off x="1028700" y="4362885"/>
          <a:ext cx="16240124" cy="4139671"/>
        </p:xfrm>
        <a:graphic>
          <a:graphicData uri="http://schemas.openxmlformats.org/drawingml/2006/table">
            <a:tbl>
              <a:tblPr/>
              <a:tblGrid>
                <a:gridCol w="4060031">
                  <a:extLst>
                    <a:ext uri="{9D8B030D-6E8A-4147-A177-3AD203B41FA5}">
                      <a16:colId xmlns:a16="http://schemas.microsoft.com/office/drawing/2014/main" val="20000"/>
                    </a:ext>
                  </a:extLst>
                </a:gridCol>
                <a:gridCol w="4060031">
                  <a:extLst>
                    <a:ext uri="{9D8B030D-6E8A-4147-A177-3AD203B41FA5}">
                      <a16:colId xmlns:a16="http://schemas.microsoft.com/office/drawing/2014/main" val="20001"/>
                    </a:ext>
                  </a:extLst>
                </a:gridCol>
                <a:gridCol w="4060031">
                  <a:extLst>
                    <a:ext uri="{9D8B030D-6E8A-4147-A177-3AD203B41FA5}">
                      <a16:colId xmlns:a16="http://schemas.microsoft.com/office/drawing/2014/main" val="20002"/>
                    </a:ext>
                  </a:extLst>
                </a:gridCol>
                <a:gridCol w="4060031">
                  <a:extLst>
                    <a:ext uri="{9D8B030D-6E8A-4147-A177-3AD203B41FA5}">
                      <a16:colId xmlns:a16="http://schemas.microsoft.com/office/drawing/2014/main" val="20003"/>
                    </a:ext>
                  </a:extLst>
                </a:gridCol>
              </a:tblGrid>
              <a:tr h="911071">
                <a:tc>
                  <a:txBody>
                    <a:bodyPr/>
                    <a:lstStyle/>
                    <a:p>
                      <a:pPr algn="ctr">
                        <a:lnSpc>
                          <a:spcPts val="2100"/>
                        </a:lnSpc>
                        <a:defRPr/>
                      </a:pPr>
                      <a:r>
                        <a:rPr lang="en-US" sz="1500">
                          <a:solidFill>
                            <a:srgbClr val="2A2E3A"/>
                          </a:solidFill>
                          <a:latin typeface="Helios Italics"/>
                          <a:ea typeface="Helios Italics"/>
                          <a:cs typeface="Helios Italics"/>
                          <a:sym typeface="Helios Italics"/>
                        </a:rPr>
                        <a:t>*Dollar amounts are in millions</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799"/>
                        </a:lnSpc>
                        <a:defRPr/>
                      </a:pPr>
                      <a:r>
                        <a:rPr lang="en-US" sz="1999">
                          <a:solidFill>
                            <a:srgbClr val="FFFFFF"/>
                          </a:solidFill>
                          <a:latin typeface="Helios Bold"/>
                          <a:ea typeface="Helios Bold"/>
                          <a:cs typeface="Helios Bold"/>
                          <a:sym typeface="Helios Bold"/>
                        </a:rPr>
                        <a:t>FY '25</a:t>
                      </a: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E8223B"/>
                    </a:solidFill>
                  </a:tcPr>
                </a:tc>
                <a:tc>
                  <a:txBody>
                    <a:bodyPr/>
                    <a:lstStyle/>
                    <a:p>
                      <a:pPr algn="ctr">
                        <a:lnSpc>
                          <a:spcPts val="2799"/>
                        </a:lnSpc>
                        <a:defRPr/>
                      </a:pPr>
                      <a:r>
                        <a:rPr lang="en-US" sz="1999">
                          <a:solidFill>
                            <a:srgbClr val="FFFFFF"/>
                          </a:solidFill>
                          <a:latin typeface="Helios Bold"/>
                          <a:ea typeface="Helios Bold"/>
                          <a:cs typeface="Helios Bold"/>
                          <a:sym typeface="Helios Bold"/>
                        </a:rPr>
                        <a:t>FY '26</a:t>
                      </a: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E8223B"/>
                    </a:solidFill>
                  </a:tcPr>
                </a:tc>
                <a:tc>
                  <a:txBody>
                    <a:bodyPr/>
                    <a:lstStyle/>
                    <a:p>
                      <a:pPr algn="ctr">
                        <a:lnSpc>
                          <a:spcPts val="2799"/>
                        </a:lnSpc>
                        <a:defRPr/>
                      </a:pPr>
                      <a:r>
                        <a:rPr lang="en-US" sz="1999">
                          <a:solidFill>
                            <a:srgbClr val="FFFFFF"/>
                          </a:solidFill>
                          <a:latin typeface="Helios Bold"/>
                          <a:ea typeface="Helios Bold"/>
                          <a:cs typeface="Helios Bold"/>
                          <a:sym typeface="Helios Bold"/>
                        </a:rPr>
                        <a:t>YOY change</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E8223B"/>
                    </a:solidFill>
                  </a:tcPr>
                </a:tc>
                <a:extLst>
                  <a:ext uri="{0D108BD9-81ED-4DB2-BD59-A6C34878D82A}">
                    <a16:rowId xmlns:a16="http://schemas.microsoft.com/office/drawing/2014/main" val="10000"/>
                  </a:ext>
                </a:extLst>
              </a:tr>
              <a:tr h="807150">
                <a:tc>
                  <a:txBody>
                    <a:bodyPr/>
                    <a:lstStyle/>
                    <a:p>
                      <a:pPr algn="ctr">
                        <a:lnSpc>
                          <a:spcPts val="2519"/>
                        </a:lnSpc>
                        <a:defRPr/>
                      </a:pPr>
                      <a:r>
                        <a:rPr lang="en-US" sz="1799">
                          <a:solidFill>
                            <a:srgbClr val="2A2E3A"/>
                          </a:solidFill>
                          <a:latin typeface="Helios Bold"/>
                          <a:ea typeface="Helios Bold"/>
                          <a:cs typeface="Helios Bold"/>
                          <a:sym typeface="Helios Bold"/>
                        </a:rPr>
                        <a:t>Revenue</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E4E4E4"/>
                    </a:solidFill>
                  </a:tcPr>
                </a:tc>
                <a:tc>
                  <a:txBody>
                    <a:bodyPr/>
                    <a:lstStyle/>
                    <a:p>
                      <a:pPr algn="ctr">
                        <a:lnSpc>
                          <a:spcPts val="2100"/>
                        </a:lnSpc>
                        <a:defRPr/>
                      </a:pPr>
                      <a:r>
                        <a:rPr lang="en-US" sz="1500">
                          <a:solidFill>
                            <a:srgbClr val="2A2E3A"/>
                          </a:solidFill>
                          <a:latin typeface="Helios"/>
                          <a:ea typeface="Helios"/>
                          <a:cs typeface="Helios"/>
                          <a:sym typeface="Helios"/>
                        </a:rPr>
                        <a:t>$ 000</a:t>
                      </a: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r>
                        <a:rPr lang="en-US" sz="1500">
                          <a:solidFill>
                            <a:srgbClr val="2A2E3A"/>
                          </a:solidFill>
                          <a:latin typeface="Helios"/>
                          <a:ea typeface="Helios"/>
                          <a:cs typeface="Helios"/>
                          <a:sym typeface="Helios"/>
                        </a:rPr>
                        <a:t>$ 000</a:t>
                      </a: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r>
                        <a:rPr lang="en-US" sz="1500">
                          <a:solidFill>
                            <a:srgbClr val="2A2E3A"/>
                          </a:solidFill>
                          <a:latin typeface="Helios"/>
                          <a:ea typeface="Helios"/>
                          <a:cs typeface="Helios"/>
                          <a:sym typeface="Helios"/>
                        </a:rPr>
                        <a:t>%</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7150">
                <a:tc>
                  <a:txBody>
                    <a:bodyPr/>
                    <a:lstStyle/>
                    <a:p>
                      <a:pPr algn="ctr">
                        <a:lnSpc>
                          <a:spcPts val="2519"/>
                        </a:lnSpc>
                        <a:defRPr/>
                      </a:pPr>
                      <a:r>
                        <a:rPr lang="en-US" sz="1799">
                          <a:solidFill>
                            <a:srgbClr val="2A2E3A"/>
                          </a:solidFill>
                          <a:latin typeface="Helios Bold"/>
                          <a:ea typeface="Helios Bold"/>
                          <a:cs typeface="Helios Bold"/>
                          <a:sym typeface="Helios Bold"/>
                        </a:rPr>
                        <a:t>Expenses</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E4E4E4"/>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7150">
                <a:tc>
                  <a:txBody>
                    <a:bodyPr/>
                    <a:lstStyle/>
                    <a:p>
                      <a:pPr algn="ctr">
                        <a:lnSpc>
                          <a:spcPts val="2519"/>
                        </a:lnSpc>
                        <a:defRPr/>
                      </a:pPr>
                      <a:r>
                        <a:rPr lang="en-US" sz="1799">
                          <a:solidFill>
                            <a:srgbClr val="2A2E3A"/>
                          </a:solidFill>
                          <a:latin typeface="Helios Bold"/>
                          <a:ea typeface="Helios Bold"/>
                          <a:cs typeface="Helios Bold"/>
                          <a:sym typeface="Helios Bold"/>
                        </a:rPr>
                        <a:t>Profit</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E4E4E4"/>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7150">
                <a:tc>
                  <a:txBody>
                    <a:bodyPr/>
                    <a:lstStyle/>
                    <a:p>
                      <a:pPr algn="ctr">
                        <a:lnSpc>
                          <a:spcPts val="2519"/>
                        </a:lnSpc>
                        <a:defRPr/>
                      </a:pPr>
                      <a:r>
                        <a:rPr lang="en-US" sz="1799">
                          <a:solidFill>
                            <a:srgbClr val="2A2E3A"/>
                          </a:solidFill>
                          <a:latin typeface="Helios Bold"/>
                          <a:ea typeface="Helios Bold"/>
                          <a:cs typeface="Helios Bold"/>
                          <a:sym typeface="Helios Bold"/>
                        </a:rPr>
                        <a:t>Dividend/share</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solidFill>
                      <a:srgbClr val="E4E4E4"/>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solidFill>
                      <a:srgbClr val="FFFFFF"/>
                    </a:solidFill>
                  </a:tcPr>
                </a:tc>
                <a:tc>
                  <a:txBody>
                    <a:bodyPr/>
                    <a:lstStyle/>
                    <a:p>
                      <a:pPr algn="ctr">
                        <a:lnSpc>
                          <a:spcPts val="2100"/>
                        </a:lnSpc>
                        <a:defRPr/>
                      </a:pP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14" name="Group 14"/>
          <p:cNvGrpSpPr/>
          <p:nvPr/>
        </p:nvGrpSpPr>
        <p:grpSpPr>
          <a:xfrm>
            <a:off x="5791654" y="8032242"/>
            <a:ext cx="8214541" cy="1226058"/>
            <a:chOff x="0" y="0"/>
            <a:chExt cx="12177574" cy="1817559"/>
          </a:xfrm>
        </p:grpSpPr>
        <p:sp>
          <p:nvSpPr>
            <p:cNvPr id="15" name="Freeform 15"/>
            <p:cNvSpPr/>
            <p:nvPr/>
          </p:nvSpPr>
          <p:spPr>
            <a:xfrm>
              <a:off x="0" y="0"/>
              <a:ext cx="12177575" cy="1817559"/>
            </a:xfrm>
            <a:custGeom>
              <a:avLst/>
              <a:gdLst/>
              <a:ahLst/>
              <a:cxnLst/>
              <a:rect l="l" t="t" r="r" b="b"/>
              <a:pathLst>
                <a:path w="12177575" h="1817559">
                  <a:moveTo>
                    <a:pt x="28274" y="0"/>
                  </a:moveTo>
                  <a:lnTo>
                    <a:pt x="12149300" y="0"/>
                  </a:lnTo>
                  <a:cubicBezTo>
                    <a:pt x="12164916" y="0"/>
                    <a:pt x="12177575" y="12659"/>
                    <a:pt x="12177575" y="28274"/>
                  </a:cubicBezTo>
                  <a:lnTo>
                    <a:pt x="12177575" y="1789285"/>
                  </a:lnTo>
                  <a:cubicBezTo>
                    <a:pt x="12177575" y="1804900"/>
                    <a:pt x="12164916" y="1817559"/>
                    <a:pt x="12149300" y="1817559"/>
                  </a:cubicBezTo>
                  <a:lnTo>
                    <a:pt x="28274" y="1817559"/>
                  </a:lnTo>
                  <a:cubicBezTo>
                    <a:pt x="12659" y="1817559"/>
                    <a:pt x="0" y="1804900"/>
                    <a:pt x="0" y="1789285"/>
                  </a:cubicBezTo>
                  <a:lnTo>
                    <a:pt x="0" y="28274"/>
                  </a:lnTo>
                  <a:cubicBezTo>
                    <a:pt x="0" y="12659"/>
                    <a:pt x="12659" y="0"/>
                    <a:pt x="28274" y="0"/>
                  </a:cubicBezTo>
                  <a:close/>
                </a:path>
              </a:pathLst>
            </a:custGeom>
            <a:solidFill>
              <a:srgbClr val="FFFFFF"/>
            </a:solidFill>
            <a:ln w="9525" cap="rnd">
              <a:solidFill>
                <a:srgbClr val="2A2E3A"/>
              </a:solidFill>
              <a:prstDash val="solid"/>
              <a:round/>
            </a:ln>
          </p:spPr>
          <p:txBody>
            <a:bodyPr/>
            <a:lstStyle/>
            <a:p>
              <a:endParaRPr lang="en-IN"/>
            </a:p>
          </p:txBody>
        </p:sp>
        <p:sp>
          <p:nvSpPr>
            <p:cNvPr id="16" name="TextBox 16"/>
            <p:cNvSpPr txBox="1"/>
            <p:nvPr/>
          </p:nvSpPr>
          <p:spPr>
            <a:xfrm>
              <a:off x="0" y="-38100"/>
              <a:ext cx="12177574" cy="1855659"/>
            </a:xfrm>
            <a:prstGeom prst="rect">
              <a:avLst/>
            </a:prstGeom>
          </p:spPr>
          <p:txBody>
            <a:bodyPr lIns="254000" tIns="254000" rIns="254000" bIns="254000" rtlCol="0" anchor="ctr"/>
            <a:lstStyle/>
            <a:p>
              <a:pPr algn="l">
                <a:lnSpc>
                  <a:spcPts val="2100"/>
                </a:lnSpc>
              </a:pPr>
              <a:r>
                <a:rPr lang="en-US" sz="1500">
                  <a:solidFill>
                    <a:srgbClr val="2A2E3A"/>
                  </a:solidFill>
                  <a:latin typeface="Helios Bold"/>
                  <a:ea typeface="Helios Bold"/>
                  <a:cs typeface="Helios Bold"/>
                  <a:sym typeface="Helios Bold"/>
                </a:rPr>
                <a:t>Customize</a:t>
              </a:r>
              <a:r>
                <a:rPr lang="en-US" sz="1500">
                  <a:solidFill>
                    <a:srgbClr val="2A2E3A"/>
                  </a:solidFill>
                  <a:latin typeface="Helios"/>
                  <a:ea typeface="Helios"/>
                  <a:cs typeface="Helios"/>
                  <a:sym typeface="Helios"/>
                </a:rPr>
                <a:t> this table! Just </a:t>
              </a:r>
              <a:r>
                <a:rPr lang="en-US" sz="1500">
                  <a:solidFill>
                    <a:srgbClr val="2A2E3A"/>
                  </a:solidFill>
                  <a:latin typeface="Helios Bold"/>
                  <a:ea typeface="Helios Bold"/>
                  <a:cs typeface="Helios Bold"/>
                  <a:sym typeface="Helios Bold"/>
                </a:rPr>
                <a:t>right-click</a:t>
              </a:r>
              <a:r>
                <a:rPr lang="en-US" sz="1500">
                  <a:solidFill>
                    <a:srgbClr val="2A2E3A"/>
                  </a:solidFill>
                  <a:latin typeface="Helios"/>
                  <a:ea typeface="Helios"/>
                  <a:cs typeface="Helios"/>
                  <a:sym typeface="Helios"/>
                </a:rPr>
                <a:t> on any cell to see all the available table functions.</a:t>
              </a:r>
            </a:p>
            <a:p>
              <a:pPr algn="l">
                <a:lnSpc>
                  <a:spcPts val="2100"/>
                </a:lnSpc>
              </a:pPr>
              <a:r>
                <a:rPr lang="en-US" sz="1500">
                  <a:solidFill>
                    <a:srgbClr val="2A2E3A"/>
                  </a:solidFill>
                  <a:latin typeface="Helios"/>
                  <a:ea typeface="Helios"/>
                  <a:cs typeface="Helios"/>
                  <a:sym typeface="Helios"/>
                </a:rPr>
                <a:t>To merge,</a:t>
              </a:r>
              <a:r>
                <a:rPr lang="en-US" sz="1500">
                  <a:solidFill>
                    <a:srgbClr val="2A2E3A"/>
                  </a:solidFill>
                  <a:latin typeface="Helios Bold"/>
                  <a:ea typeface="Helios Bold"/>
                  <a:cs typeface="Helios Bold"/>
                  <a:sym typeface="Helios Bold"/>
                </a:rPr>
                <a:t> first highlight</a:t>
              </a:r>
              <a:r>
                <a:rPr lang="en-US" sz="1500">
                  <a:solidFill>
                    <a:srgbClr val="2A2E3A"/>
                  </a:solidFill>
                  <a:latin typeface="Helios"/>
                  <a:ea typeface="Helios"/>
                  <a:cs typeface="Helios"/>
                  <a:sym typeface="Helios"/>
                </a:rPr>
                <a:t> two or more cells, then click </a:t>
              </a:r>
              <a:r>
                <a:rPr lang="en-US" sz="1500">
                  <a:solidFill>
                    <a:srgbClr val="2A2E3A"/>
                  </a:solidFill>
                  <a:latin typeface="Helios Bold"/>
                  <a:ea typeface="Helios Bold"/>
                  <a:cs typeface="Helios Bold"/>
                  <a:sym typeface="Helios Bold"/>
                </a:rPr>
                <a:t>"Merge Cells" </a:t>
              </a:r>
              <a:r>
                <a:rPr lang="en-US" sz="1500">
                  <a:solidFill>
                    <a:srgbClr val="2A2E3A"/>
                  </a:solidFill>
                  <a:latin typeface="Helios"/>
                  <a:ea typeface="Helios"/>
                  <a:cs typeface="Helios"/>
                  <a:sym typeface="Helios"/>
                </a:rPr>
                <a:t>to organize your table according to your needs!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pic>
          <p:nvPicPr>
            <p:cNvPr id="3" name="Picture 3"/>
            <p:cNvPicPr>
              <a:picLocks noChangeAspect="1"/>
            </p:cNvPicPr>
            <p:nvPr/>
          </p:nvPicPr>
          <p:blipFill>
            <a:blip r:embed="rId2"/>
            <a:srcRect b="15916"/>
            <a:stretch>
              <a:fillRect/>
            </a:stretch>
          </p:blipFill>
          <p:spPr>
            <a:xfrm>
              <a:off x="0" y="0"/>
              <a:ext cx="12128500" cy="6794500"/>
            </a:xfrm>
            <a:prstGeom prst="rect">
              <a:avLst/>
            </a:prstGeom>
          </p:spPr>
        </p:pic>
        <p:pic>
          <p:nvPicPr>
            <p:cNvPr id="4" name="Picture 4"/>
            <p:cNvPicPr>
              <a:picLocks noChangeAspect="1"/>
            </p:cNvPicPr>
            <p:nvPr/>
          </p:nvPicPr>
          <p:blipFill>
            <a:blip r:embed="rId3"/>
            <a:srcRect l="10897" b="25079"/>
            <a:stretch>
              <a:fillRect/>
            </a:stretch>
          </p:blipFill>
          <p:spPr>
            <a:xfrm>
              <a:off x="12255500" y="0"/>
              <a:ext cx="12128500" cy="6794500"/>
            </a:xfrm>
            <a:prstGeom prst="rect">
              <a:avLst/>
            </a:prstGeom>
          </p:spPr>
        </p:pic>
        <p:pic>
          <p:nvPicPr>
            <p:cNvPr id="5" name="Picture 5"/>
            <p:cNvPicPr>
              <a:picLocks noChangeAspect="1"/>
            </p:cNvPicPr>
            <p:nvPr/>
          </p:nvPicPr>
          <p:blipFill>
            <a:blip r:embed="rId4"/>
            <a:srcRect t="7958" b="7958"/>
            <a:stretch>
              <a:fillRect/>
            </a:stretch>
          </p:blipFill>
          <p:spPr>
            <a:xfrm>
              <a:off x="0" y="6921500"/>
              <a:ext cx="12128500" cy="6794500"/>
            </a:xfrm>
            <a:prstGeom prst="rect">
              <a:avLst/>
            </a:prstGeom>
          </p:spPr>
        </p:pic>
        <p:pic>
          <p:nvPicPr>
            <p:cNvPr id="6" name="Picture 6"/>
            <p:cNvPicPr>
              <a:picLocks noChangeAspect="1"/>
            </p:cNvPicPr>
            <p:nvPr/>
          </p:nvPicPr>
          <p:blipFill>
            <a:blip r:embed="rId5"/>
            <a:srcRect t="7958" b="7958"/>
            <a:stretch>
              <a:fillRect/>
            </a:stretch>
          </p:blipFill>
          <p:spPr>
            <a:xfrm>
              <a:off x="12255500" y="6921500"/>
              <a:ext cx="12128500" cy="6794500"/>
            </a:xfrm>
            <a:prstGeom prst="rect">
              <a:avLst/>
            </a:prstGeom>
          </p:spPr>
        </p:pic>
      </p:grpSp>
      <p:grpSp>
        <p:nvGrpSpPr>
          <p:cNvPr id="7" name="Group 7"/>
          <p:cNvGrpSpPr/>
          <p:nvPr/>
        </p:nvGrpSpPr>
        <p:grpSpPr>
          <a:xfrm>
            <a:off x="6512262" y="3072577"/>
            <a:ext cx="5263476" cy="4141845"/>
            <a:chOff x="0" y="0"/>
            <a:chExt cx="1298489" cy="1021785"/>
          </a:xfrm>
        </p:grpSpPr>
        <p:sp>
          <p:nvSpPr>
            <p:cNvPr id="8" name="Freeform 8"/>
            <p:cNvSpPr/>
            <p:nvPr/>
          </p:nvSpPr>
          <p:spPr>
            <a:xfrm>
              <a:off x="0" y="0"/>
              <a:ext cx="1298489" cy="1021785"/>
            </a:xfrm>
            <a:custGeom>
              <a:avLst/>
              <a:gdLst/>
              <a:ahLst/>
              <a:cxnLst/>
              <a:rect l="l" t="t" r="r" b="b"/>
              <a:pathLst>
                <a:path w="1298489" h="1021785">
                  <a:moveTo>
                    <a:pt x="649245" y="0"/>
                  </a:moveTo>
                  <a:lnTo>
                    <a:pt x="1298489" y="203200"/>
                  </a:lnTo>
                  <a:lnTo>
                    <a:pt x="1298489" y="818585"/>
                  </a:lnTo>
                  <a:lnTo>
                    <a:pt x="649245" y="1021785"/>
                  </a:lnTo>
                  <a:lnTo>
                    <a:pt x="0" y="818585"/>
                  </a:lnTo>
                  <a:lnTo>
                    <a:pt x="0" y="203200"/>
                  </a:lnTo>
                  <a:lnTo>
                    <a:pt x="649245" y="0"/>
                  </a:lnTo>
                  <a:close/>
                </a:path>
              </a:pathLst>
            </a:custGeom>
            <a:solidFill>
              <a:srgbClr val="A20E20"/>
            </a:solidFill>
          </p:spPr>
          <p:txBody>
            <a:bodyPr/>
            <a:lstStyle/>
            <a:p>
              <a:endParaRPr lang="en-IN"/>
            </a:p>
          </p:txBody>
        </p:sp>
        <p:sp>
          <p:nvSpPr>
            <p:cNvPr id="9" name="TextBox 9"/>
            <p:cNvSpPr txBox="1"/>
            <p:nvPr/>
          </p:nvSpPr>
          <p:spPr>
            <a:xfrm>
              <a:off x="0" y="111125"/>
              <a:ext cx="1298489" cy="770960"/>
            </a:xfrm>
            <a:prstGeom prst="rect">
              <a:avLst/>
            </a:prstGeom>
          </p:spPr>
          <p:txBody>
            <a:bodyPr lIns="40519" tIns="40519" rIns="40519" bIns="40519" rtlCol="0" anchor="ctr"/>
            <a:lstStyle/>
            <a:p>
              <a:pPr algn="ctr">
                <a:lnSpc>
                  <a:spcPts val="1674"/>
                </a:lnSpc>
              </a:pPr>
              <a:endParaRPr/>
            </a:p>
          </p:txBody>
        </p:sp>
      </p:grpSp>
      <p:sp>
        <p:nvSpPr>
          <p:cNvPr id="10" name="TextBox 10"/>
          <p:cNvSpPr txBox="1"/>
          <p:nvPr/>
        </p:nvSpPr>
        <p:spPr>
          <a:xfrm>
            <a:off x="7296181" y="4510405"/>
            <a:ext cx="3695637" cy="1189990"/>
          </a:xfrm>
          <a:prstGeom prst="rect">
            <a:avLst/>
          </a:prstGeom>
        </p:spPr>
        <p:txBody>
          <a:bodyPr lIns="0" tIns="0" rIns="0" bIns="0" rtlCol="0" anchor="t">
            <a:spAutoFit/>
          </a:bodyPr>
          <a:lstStyle/>
          <a:p>
            <a:pPr algn="ctr">
              <a:lnSpc>
                <a:spcPts val="4759"/>
              </a:lnSpc>
            </a:pPr>
            <a:r>
              <a:rPr lang="en-US" sz="3399" u="none" dirty="0">
                <a:solidFill>
                  <a:srgbClr val="FFFFFF"/>
                </a:solidFill>
                <a:latin typeface="Helios"/>
                <a:ea typeface="Helios"/>
                <a:cs typeface="Helios"/>
                <a:sym typeface="Helios"/>
              </a:rPr>
              <a:t>Use this for a photo caption.</a:t>
            </a:r>
          </a:p>
        </p:txBody>
      </p:sp>
      <p:grpSp>
        <p:nvGrpSpPr>
          <p:cNvPr id="11" name="Group 11"/>
          <p:cNvGrpSpPr/>
          <p:nvPr/>
        </p:nvGrpSpPr>
        <p:grpSpPr>
          <a:xfrm>
            <a:off x="5388743" y="8741816"/>
            <a:ext cx="7510515" cy="1032967"/>
            <a:chOff x="0" y="0"/>
            <a:chExt cx="11133897" cy="1531313"/>
          </a:xfrm>
        </p:grpSpPr>
        <p:sp>
          <p:nvSpPr>
            <p:cNvPr id="12" name="Freeform 12"/>
            <p:cNvSpPr/>
            <p:nvPr/>
          </p:nvSpPr>
          <p:spPr>
            <a:xfrm>
              <a:off x="0" y="0"/>
              <a:ext cx="11133897" cy="1531313"/>
            </a:xfrm>
            <a:custGeom>
              <a:avLst/>
              <a:gdLst/>
              <a:ahLst/>
              <a:cxnLst/>
              <a:rect l="l" t="t" r="r" b="b"/>
              <a:pathLst>
                <a:path w="11133897" h="1531313">
                  <a:moveTo>
                    <a:pt x="30924" y="0"/>
                  </a:moveTo>
                  <a:lnTo>
                    <a:pt x="11102973" y="0"/>
                  </a:lnTo>
                  <a:cubicBezTo>
                    <a:pt x="11120051" y="0"/>
                    <a:pt x="11133897" y="13845"/>
                    <a:pt x="11133897" y="30924"/>
                  </a:cubicBezTo>
                  <a:lnTo>
                    <a:pt x="11133897" y="1500389"/>
                  </a:lnTo>
                  <a:cubicBezTo>
                    <a:pt x="11133897" y="1517468"/>
                    <a:pt x="11120051" y="1531313"/>
                    <a:pt x="11102973" y="1531313"/>
                  </a:cubicBezTo>
                  <a:lnTo>
                    <a:pt x="30924" y="1531313"/>
                  </a:lnTo>
                  <a:cubicBezTo>
                    <a:pt x="13845" y="1531313"/>
                    <a:pt x="0" y="1517468"/>
                    <a:pt x="0" y="1500389"/>
                  </a:cubicBezTo>
                  <a:lnTo>
                    <a:pt x="0" y="30924"/>
                  </a:lnTo>
                  <a:cubicBezTo>
                    <a:pt x="0" y="13845"/>
                    <a:pt x="13845" y="0"/>
                    <a:pt x="30924" y="0"/>
                  </a:cubicBezTo>
                  <a:close/>
                </a:path>
              </a:pathLst>
            </a:custGeom>
            <a:solidFill>
              <a:srgbClr val="FFFFFF"/>
            </a:solidFill>
            <a:ln w="9525" cap="rnd">
              <a:solidFill>
                <a:srgbClr val="2A2E3A"/>
              </a:solidFill>
              <a:prstDash val="solid"/>
              <a:round/>
            </a:ln>
          </p:spPr>
          <p:txBody>
            <a:bodyPr/>
            <a:lstStyle/>
            <a:p>
              <a:endParaRPr lang="en-IN"/>
            </a:p>
          </p:txBody>
        </p:sp>
        <p:sp>
          <p:nvSpPr>
            <p:cNvPr id="13" name="TextBox 13"/>
            <p:cNvSpPr txBox="1"/>
            <p:nvPr/>
          </p:nvSpPr>
          <p:spPr>
            <a:xfrm>
              <a:off x="0" y="-38100"/>
              <a:ext cx="11133897" cy="1569413"/>
            </a:xfrm>
            <a:prstGeom prst="rect">
              <a:avLst/>
            </a:prstGeom>
          </p:spPr>
          <p:txBody>
            <a:bodyPr lIns="254000" tIns="254000" rIns="254000" bIns="254000" rtlCol="0" anchor="ctr"/>
            <a:lstStyle/>
            <a:p>
              <a:pPr algn="ctr">
                <a:lnSpc>
                  <a:spcPts val="2100"/>
                </a:lnSpc>
              </a:pPr>
              <a:r>
                <a:rPr lang="en-US" sz="1500">
                  <a:solidFill>
                    <a:srgbClr val="2A2E3A"/>
                  </a:solidFill>
                  <a:latin typeface="Helios"/>
                  <a:ea typeface="Helios"/>
                  <a:cs typeface="Helios"/>
                  <a:sym typeface="Helios"/>
                </a:rPr>
                <a:t>Drag and drop your photo or video! Click the sample photo or video and delete. Select yours from the uploads tab, drag, and then drop inside the frame!</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05334"/>
            <a:ext cx="4465420" cy="400944"/>
            <a:chOff x="0" y="0"/>
            <a:chExt cx="5953893" cy="534592"/>
          </a:xfrm>
        </p:grpSpPr>
        <p:sp>
          <p:nvSpPr>
            <p:cNvPr id="3" name="Freeform 3"/>
            <p:cNvSpPr/>
            <p:nvPr/>
          </p:nvSpPr>
          <p:spPr>
            <a:xfrm>
              <a:off x="0" y="0"/>
              <a:ext cx="453917" cy="534592"/>
            </a:xfrm>
            <a:custGeom>
              <a:avLst/>
              <a:gdLst/>
              <a:ahLst/>
              <a:cxnLst/>
              <a:rect l="l" t="t" r="r" b="b"/>
              <a:pathLst>
                <a:path w="453917" h="534592">
                  <a:moveTo>
                    <a:pt x="0" y="0"/>
                  </a:moveTo>
                  <a:lnTo>
                    <a:pt x="453917" y="0"/>
                  </a:lnTo>
                  <a:lnTo>
                    <a:pt x="453917" y="534592"/>
                  </a:lnTo>
                  <a:lnTo>
                    <a:pt x="0" y="5345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803450" y="9487"/>
              <a:ext cx="5150443" cy="525105"/>
            </a:xfrm>
            <a:prstGeom prst="rect">
              <a:avLst/>
            </a:prstGeom>
          </p:spPr>
          <p:txBody>
            <a:bodyPr lIns="0" tIns="0" rIns="0" bIns="0" rtlCol="0" anchor="t">
              <a:spAutoFit/>
            </a:bodyPr>
            <a:lstStyle/>
            <a:p>
              <a:pPr algn="l">
                <a:lnSpc>
                  <a:spcPts val="3361"/>
                </a:lnSpc>
                <a:spcBef>
                  <a:spcPct val="0"/>
                </a:spcBef>
              </a:pPr>
              <a:r>
                <a:rPr lang="en-US" sz="2401">
                  <a:solidFill>
                    <a:srgbClr val="2A2E3A"/>
                  </a:solidFill>
                  <a:latin typeface="Helios"/>
                  <a:ea typeface="Helios"/>
                  <a:cs typeface="Helios"/>
                  <a:sym typeface="Helios"/>
                </a:rPr>
                <a:t>ADD COMPANY NAME</a:t>
              </a:r>
            </a:p>
          </p:txBody>
        </p:sp>
      </p:grpSp>
      <p:grpSp>
        <p:nvGrpSpPr>
          <p:cNvPr id="5" name="Group 5"/>
          <p:cNvGrpSpPr>
            <a:grpSpLocks noChangeAspect="1"/>
          </p:cNvGrpSpPr>
          <p:nvPr/>
        </p:nvGrpSpPr>
        <p:grpSpPr>
          <a:xfrm>
            <a:off x="8001000" y="0"/>
            <a:ext cx="10287000" cy="10287000"/>
            <a:chOff x="0" y="0"/>
            <a:chExt cx="6350000" cy="6350000"/>
          </a:xfrm>
        </p:grpSpPr>
        <p:sp>
          <p:nvSpPr>
            <p:cNvPr id="6" name="Freeform 6"/>
            <p:cNvSpPr/>
            <p:nvPr/>
          </p:nvSpPr>
          <p:spPr>
            <a:xfrm>
              <a:off x="-95377" y="-95377"/>
              <a:ext cx="6540754" cy="6540754"/>
            </a:xfrm>
            <a:custGeom>
              <a:avLst/>
              <a:gdLst/>
              <a:ahLst/>
              <a:cxnLst/>
              <a:rect l="l" t="t" r="r" b="b"/>
              <a:pathLst>
                <a:path w="6540754" h="6540754">
                  <a:moveTo>
                    <a:pt x="6540754" y="0"/>
                  </a:moveTo>
                  <a:lnTo>
                    <a:pt x="0" y="6540754"/>
                  </a:lnTo>
                  <a:lnTo>
                    <a:pt x="6540754" y="6540754"/>
                  </a:lnTo>
                  <a:close/>
                </a:path>
              </a:pathLst>
            </a:custGeom>
            <a:blipFill>
              <a:blip r:embed="rId4"/>
              <a:stretch>
                <a:fillRect l="-50093"/>
              </a:stretch>
            </a:blipFill>
          </p:spPr>
          <p:txBody>
            <a:bodyPr/>
            <a:lstStyle/>
            <a:p>
              <a:endParaRPr lang="en-IN"/>
            </a:p>
          </p:txBody>
        </p:sp>
      </p:grpSp>
      <p:sp>
        <p:nvSpPr>
          <p:cNvPr id="7" name="TextBox 7"/>
          <p:cNvSpPr txBox="1"/>
          <p:nvPr/>
        </p:nvSpPr>
        <p:spPr>
          <a:xfrm>
            <a:off x="1028700" y="2417480"/>
            <a:ext cx="8890410" cy="1285875"/>
          </a:xfrm>
          <a:prstGeom prst="rect">
            <a:avLst/>
          </a:prstGeom>
        </p:spPr>
        <p:txBody>
          <a:bodyPr lIns="0" tIns="0" rIns="0" bIns="0" rtlCol="0" anchor="t">
            <a:spAutoFit/>
          </a:bodyPr>
          <a:lstStyle/>
          <a:p>
            <a:pPr algn="l">
              <a:lnSpc>
                <a:spcPts val="10199"/>
              </a:lnSpc>
            </a:pPr>
            <a:r>
              <a:rPr lang="en-US" sz="8499">
                <a:solidFill>
                  <a:srgbClr val="A20E20"/>
                </a:solidFill>
                <a:latin typeface="TT Hoves Bold"/>
                <a:ea typeface="TT Hoves Bold"/>
                <a:cs typeface="TT Hoves Bold"/>
                <a:sym typeface="TT Hoves Bold"/>
              </a:rPr>
              <a:t>Connect with us.</a:t>
            </a:r>
          </a:p>
        </p:txBody>
      </p:sp>
      <p:grpSp>
        <p:nvGrpSpPr>
          <p:cNvPr id="8" name="Group 8"/>
          <p:cNvGrpSpPr/>
          <p:nvPr/>
        </p:nvGrpSpPr>
        <p:grpSpPr>
          <a:xfrm>
            <a:off x="1028700" y="4619308"/>
            <a:ext cx="7376287" cy="4775835"/>
            <a:chOff x="0" y="0"/>
            <a:chExt cx="9835050" cy="6367780"/>
          </a:xfrm>
        </p:grpSpPr>
        <p:sp>
          <p:nvSpPr>
            <p:cNvPr id="9" name="TextBox 9"/>
            <p:cNvSpPr txBox="1"/>
            <p:nvPr/>
          </p:nvSpPr>
          <p:spPr>
            <a:xfrm>
              <a:off x="0" y="-76200"/>
              <a:ext cx="9835050" cy="7611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Email </a:t>
              </a:r>
            </a:p>
          </p:txBody>
        </p:sp>
        <p:sp>
          <p:nvSpPr>
            <p:cNvPr id="10" name="TextBox 10"/>
            <p:cNvSpPr txBox="1"/>
            <p:nvPr/>
          </p:nvSpPr>
          <p:spPr>
            <a:xfrm>
              <a:off x="0" y="840529"/>
              <a:ext cx="9835050" cy="701675"/>
            </a:xfrm>
            <a:prstGeom prst="rect">
              <a:avLst/>
            </a:prstGeom>
          </p:spPr>
          <p:txBody>
            <a:bodyPr lIns="0" tIns="0" rIns="0" bIns="0" rtlCol="0" anchor="t">
              <a:spAutoFit/>
            </a:bodyPr>
            <a:lstStyle/>
            <a:p>
              <a:pPr marL="0" lvl="0" indent="0" algn="l">
                <a:lnSpc>
                  <a:spcPts val="4079"/>
                </a:lnSpc>
                <a:spcBef>
                  <a:spcPct val="0"/>
                </a:spcBef>
              </a:pPr>
              <a:r>
                <a:rPr lang="en-US" sz="3399" u="none">
                  <a:solidFill>
                    <a:srgbClr val="2A2E3A"/>
                  </a:solidFill>
                  <a:latin typeface="Helios Bold"/>
                  <a:ea typeface="Helios Bold"/>
                  <a:cs typeface="Helios Bold"/>
                  <a:sym typeface="Helios Bold"/>
                </a:rPr>
                <a:t>hello@reallygreatsite.com</a:t>
              </a:r>
            </a:p>
          </p:txBody>
        </p:sp>
        <p:sp>
          <p:nvSpPr>
            <p:cNvPr id="11" name="TextBox 11"/>
            <p:cNvSpPr txBox="1"/>
            <p:nvPr/>
          </p:nvSpPr>
          <p:spPr>
            <a:xfrm>
              <a:off x="0" y="2336588"/>
              <a:ext cx="9835050" cy="7611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Social Media </a:t>
              </a:r>
            </a:p>
          </p:txBody>
        </p:sp>
        <p:sp>
          <p:nvSpPr>
            <p:cNvPr id="12" name="TextBox 12"/>
            <p:cNvSpPr txBox="1"/>
            <p:nvPr/>
          </p:nvSpPr>
          <p:spPr>
            <a:xfrm>
              <a:off x="0" y="3253317"/>
              <a:ext cx="9835050" cy="701675"/>
            </a:xfrm>
            <a:prstGeom prst="rect">
              <a:avLst/>
            </a:prstGeom>
          </p:spPr>
          <p:txBody>
            <a:bodyPr lIns="0" tIns="0" rIns="0" bIns="0" rtlCol="0" anchor="t">
              <a:spAutoFit/>
            </a:bodyPr>
            <a:lstStyle/>
            <a:p>
              <a:pPr marL="0" lvl="0" indent="0" algn="l">
                <a:lnSpc>
                  <a:spcPts val="4079"/>
                </a:lnSpc>
                <a:spcBef>
                  <a:spcPct val="0"/>
                </a:spcBef>
              </a:pPr>
              <a:r>
                <a:rPr lang="en-US" sz="3399" u="none">
                  <a:solidFill>
                    <a:srgbClr val="2A2E3A"/>
                  </a:solidFill>
                  <a:latin typeface="Helios Bold"/>
                  <a:ea typeface="Helios Bold"/>
                  <a:cs typeface="Helios Bold"/>
                  <a:sym typeface="Helios Bold"/>
                </a:rPr>
                <a:t>@reallygreatsite</a:t>
              </a:r>
            </a:p>
          </p:txBody>
        </p:sp>
        <p:sp>
          <p:nvSpPr>
            <p:cNvPr id="13" name="TextBox 13"/>
            <p:cNvSpPr txBox="1"/>
            <p:nvPr/>
          </p:nvSpPr>
          <p:spPr>
            <a:xfrm>
              <a:off x="0" y="4749377"/>
              <a:ext cx="9835050" cy="761154"/>
            </a:xfrm>
            <a:prstGeom prst="rect">
              <a:avLst/>
            </a:prstGeom>
          </p:spPr>
          <p:txBody>
            <a:bodyPr lIns="0" tIns="0" rIns="0" bIns="0" rtlCol="0" anchor="t">
              <a:spAutoFit/>
            </a:bodyPr>
            <a:lstStyle/>
            <a:p>
              <a:pPr algn="l">
                <a:lnSpc>
                  <a:spcPts val="4759"/>
                </a:lnSpc>
              </a:pPr>
              <a:r>
                <a:rPr lang="en-US" sz="3399" u="none">
                  <a:solidFill>
                    <a:srgbClr val="2A2E3A"/>
                  </a:solidFill>
                  <a:latin typeface="Helios"/>
                  <a:ea typeface="Helios"/>
                  <a:cs typeface="Helios"/>
                  <a:sym typeface="Helios"/>
                </a:rPr>
                <a:t>Call us </a:t>
              </a:r>
            </a:p>
          </p:txBody>
        </p:sp>
        <p:sp>
          <p:nvSpPr>
            <p:cNvPr id="14" name="TextBox 14"/>
            <p:cNvSpPr txBox="1"/>
            <p:nvPr/>
          </p:nvSpPr>
          <p:spPr>
            <a:xfrm>
              <a:off x="0" y="5666105"/>
              <a:ext cx="9835050" cy="701675"/>
            </a:xfrm>
            <a:prstGeom prst="rect">
              <a:avLst/>
            </a:prstGeom>
          </p:spPr>
          <p:txBody>
            <a:bodyPr lIns="0" tIns="0" rIns="0" bIns="0" rtlCol="0" anchor="t">
              <a:spAutoFit/>
            </a:bodyPr>
            <a:lstStyle/>
            <a:p>
              <a:pPr marL="0" lvl="0" indent="0" algn="l">
                <a:lnSpc>
                  <a:spcPts val="4079"/>
                </a:lnSpc>
                <a:spcBef>
                  <a:spcPct val="0"/>
                </a:spcBef>
              </a:pPr>
              <a:r>
                <a:rPr lang="en-US" sz="3399" u="none">
                  <a:solidFill>
                    <a:srgbClr val="2A2E3A"/>
                  </a:solidFill>
                  <a:latin typeface="Helios Bold"/>
                  <a:ea typeface="Helios Bold"/>
                  <a:cs typeface="Helios Bold"/>
                  <a:sym typeface="Helios Bold"/>
                </a:rPr>
                <a:t>123-456-7890</a:t>
              </a:r>
            </a:p>
          </p:txBody>
        </p:sp>
      </p:grpSp>
      <p:grpSp>
        <p:nvGrpSpPr>
          <p:cNvPr id="15" name="Group 15"/>
          <p:cNvGrpSpPr/>
          <p:nvPr/>
        </p:nvGrpSpPr>
        <p:grpSpPr>
          <a:xfrm rot="-10800000">
            <a:off x="14447117" y="0"/>
            <a:ext cx="7681766" cy="3540443"/>
            <a:chOff x="0" y="0"/>
            <a:chExt cx="406400" cy="187305"/>
          </a:xfrm>
        </p:grpSpPr>
        <p:sp>
          <p:nvSpPr>
            <p:cNvPr id="16" name="Freeform 16"/>
            <p:cNvSpPr/>
            <p:nvPr/>
          </p:nvSpPr>
          <p:spPr>
            <a:xfrm>
              <a:off x="0" y="0"/>
              <a:ext cx="406400" cy="187305"/>
            </a:xfrm>
            <a:custGeom>
              <a:avLst/>
              <a:gdLst/>
              <a:ahLst/>
              <a:cxnLst/>
              <a:rect l="l" t="t" r="r" b="b"/>
              <a:pathLst>
                <a:path w="406400" h="187305">
                  <a:moveTo>
                    <a:pt x="203200" y="0"/>
                  </a:moveTo>
                  <a:lnTo>
                    <a:pt x="203200" y="0"/>
                  </a:lnTo>
                  <a:lnTo>
                    <a:pt x="406400" y="187305"/>
                  </a:lnTo>
                  <a:lnTo>
                    <a:pt x="0" y="187305"/>
                  </a:lnTo>
                  <a:lnTo>
                    <a:pt x="203200" y="0"/>
                  </a:lnTo>
                  <a:close/>
                </a:path>
              </a:pathLst>
            </a:custGeom>
            <a:solidFill>
              <a:srgbClr val="E8223B">
                <a:alpha val="80000"/>
              </a:srgbClr>
            </a:solidFill>
          </p:spPr>
          <p:txBody>
            <a:bodyPr/>
            <a:lstStyle/>
            <a:p>
              <a:endParaRPr lang="en-IN"/>
            </a:p>
          </p:txBody>
        </p:sp>
        <p:sp>
          <p:nvSpPr>
            <p:cNvPr id="17" name="TextBox 17"/>
            <p:cNvSpPr txBox="1"/>
            <p:nvPr/>
          </p:nvSpPr>
          <p:spPr>
            <a:xfrm>
              <a:off x="127000" y="-38100"/>
              <a:ext cx="152400" cy="225405"/>
            </a:xfrm>
            <a:prstGeom prst="rect">
              <a:avLst/>
            </a:prstGeom>
          </p:spPr>
          <p:txBody>
            <a:bodyPr lIns="50800" tIns="50800" rIns="50800" bIns="50800" rtlCol="0" anchor="ctr"/>
            <a:lstStyle/>
            <a:p>
              <a:pPr algn="ctr">
                <a:lnSpc>
                  <a:spcPts val="2100"/>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20E20"/>
        </a:solidFill>
        <a:effectLst/>
      </p:bgPr>
    </p:bg>
    <p:spTree>
      <p:nvGrpSpPr>
        <p:cNvPr id="1" name=""/>
        <p:cNvGrpSpPr/>
        <p:nvPr/>
      </p:nvGrpSpPr>
      <p:grpSpPr>
        <a:xfrm>
          <a:off x="0" y="0"/>
          <a:ext cx="0" cy="0"/>
          <a:chOff x="0" y="0"/>
          <a:chExt cx="0" cy="0"/>
        </a:xfrm>
      </p:grpSpPr>
      <p:grpSp>
        <p:nvGrpSpPr>
          <p:cNvPr id="2" name="Group 2"/>
          <p:cNvGrpSpPr/>
          <p:nvPr/>
        </p:nvGrpSpPr>
        <p:grpSpPr>
          <a:xfrm>
            <a:off x="514350" y="485775"/>
            <a:ext cx="17259300" cy="9286429"/>
            <a:chOff x="0" y="0"/>
            <a:chExt cx="4545659" cy="2445808"/>
          </a:xfrm>
        </p:grpSpPr>
        <p:sp>
          <p:nvSpPr>
            <p:cNvPr id="3" name="Freeform 3"/>
            <p:cNvSpPr/>
            <p:nvPr/>
          </p:nvSpPr>
          <p:spPr>
            <a:xfrm>
              <a:off x="0" y="0"/>
              <a:ext cx="4545659" cy="2445808"/>
            </a:xfrm>
            <a:custGeom>
              <a:avLst/>
              <a:gdLst/>
              <a:ahLst/>
              <a:cxnLst/>
              <a:rect l="l" t="t" r="r" b="b"/>
              <a:pathLst>
                <a:path w="4545659" h="2445808">
                  <a:moveTo>
                    <a:pt x="0" y="0"/>
                  </a:moveTo>
                  <a:lnTo>
                    <a:pt x="4545659" y="0"/>
                  </a:lnTo>
                  <a:lnTo>
                    <a:pt x="4545659" y="2445808"/>
                  </a:lnTo>
                  <a:lnTo>
                    <a:pt x="0" y="2445808"/>
                  </a:lnTo>
                  <a:close/>
                </a:path>
              </a:pathLst>
            </a:custGeom>
            <a:solidFill>
              <a:srgbClr val="FFFFFF"/>
            </a:solidFill>
          </p:spPr>
          <p:txBody>
            <a:bodyPr/>
            <a:lstStyle/>
            <a:p>
              <a:endParaRPr lang="en-IN"/>
            </a:p>
          </p:txBody>
        </p:sp>
        <p:sp>
          <p:nvSpPr>
            <p:cNvPr id="4" name="TextBox 4"/>
            <p:cNvSpPr txBox="1"/>
            <p:nvPr/>
          </p:nvSpPr>
          <p:spPr>
            <a:xfrm>
              <a:off x="0" y="-47625"/>
              <a:ext cx="4545659" cy="2493433"/>
            </a:xfrm>
            <a:prstGeom prst="rect">
              <a:avLst/>
            </a:prstGeom>
          </p:spPr>
          <p:txBody>
            <a:bodyPr lIns="50800" tIns="50800" rIns="50800" bIns="50800" rtlCol="0" anchor="ctr"/>
            <a:lstStyle/>
            <a:p>
              <a:pPr algn="ctr">
                <a:lnSpc>
                  <a:spcPts val="3499"/>
                </a:lnSpc>
              </a:pPr>
              <a:endParaRPr/>
            </a:p>
          </p:txBody>
        </p:sp>
      </p:grpSp>
      <p:grpSp>
        <p:nvGrpSpPr>
          <p:cNvPr id="5" name="Group 5"/>
          <p:cNvGrpSpPr>
            <a:grpSpLocks noChangeAspect="1"/>
          </p:cNvGrpSpPr>
          <p:nvPr/>
        </p:nvGrpSpPr>
        <p:grpSpPr>
          <a:xfrm>
            <a:off x="16418499" y="3091873"/>
            <a:ext cx="840801" cy="840798"/>
            <a:chOff x="0" y="0"/>
            <a:chExt cx="6350000" cy="6349975"/>
          </a:xfrm>
        </p:grpSpPr>
        <p:sp>
          <p:nvSpPr>
            <p:cNvPr id="6" name="Freeform 6"/>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78889" t="-80678" r="-88326" b="-220398"/>
              </a:stretch>
            </a:blipFill>
          </p:spPr>
          <p:txBody>
            <a:bodyPr/>
            <a:lstStyle/>
            <a:p>
              <a:endParaRPr lang="en-IN"/>
            </a:p>
          </p:txBody>
        </p:sp>
      </p:grpSp>
      <p:grpSp>
        <p:nvGrpSpPr>
          <p:cNvPr id="7" name="Group 7"/>
          <p:cNvGrpSpPr>
            <a:grpSpLocks noChangeAspect="1"/>
          </p:cNvGrpSpPr>
          <p:nvPr/>
        </p:nvGrpSpPr>
        <p:grpSpPr>
          <a:xfrm>
            <a:off x="16418499" y="2060287"/>
            <a:ext cx="840801" cy="840798"/>
            <a:chOff x="0" y="0"/>
            <a:chExt cx="6350000" cy="6349975"/>
          </a:xfrm>
        </p:grpSpPr>
        <p:sp>
          <p:nvSpPr>
            <p:cNvPr id="8" name="Freeform 8"/>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59676" t="-47805" r="-42987" b="-156382"/>
              </a:stretch>
            </a:blipFill>
          </p:spPr>
          <p:txBody>
            <a:bodyPr/>
            <a:lstStyle/>
            <a:p>
              <a:endParaRPr lang="en-IN"/>
            </a:p>
          </p:txBody>
        </p:sp>
      </p:grpSp>
      <p:grpSp>
        <p:nvGrpSpPr>
          <p:cNvPr id="9" name="Group 9"/>
          <p:cNvGrpSpPr>
            <a:grpSpLocks noChangeAspect="1"/>
          </p:cNvGrpSpPr>
          <p:nvPr/>
        </p:nvGrpSpPr>
        <p:grpSpPr>
          <a:xfrm>
            <a:off x="16418499" y="1028700"/>
            <a:ext cx="840801" cy="840798"/>
            <a:chOff x="0" y="0"/>
            <a:chExt cx="6350000" cy="6349975"/>
          </a:xfrm>
        </p:grpSpPr>
        <p:sp>
          <p:nvSpPr>
            <p:cNvPr id="10" name="Freeform 1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198967" r="-40218" b="-125983"/>
              </a:stretch>
            </a:blipFill>
          </p:spPr>
          <p:txBody>
            <a:bodyPr/>
            <a:lstStyle/>
            <a:p>
              <a:endParaRPr lang="en-IN"/>
            </a:p>
          </p:txBody>
        </p:sp>
      </p:grpSp>
      <p:grpSp>
        <p:nvGrpSpPr>
          <p:cNvPr id="11" name="Group 11"/>
          <p:cNvGrpSpPr/>
          <p:nvPr/>
        </p:nvGrpSpPr>
        <p:grpSpPr>
          <a:xfrm>
            <a:off x="10859928" y="4293788"/>
            <a:ext cx="2506383" cy="1451986"/>
            <a:chOff x="0" y="0"/>
            <a:chExt cx="1035847" cy="600082"/>
          </a:xfrm>
        </p:grpSpPr>
        <p:sp>
          <p:nvSpPr>
            <p:cNvPr id="12" name="Freeform 12"/>
            <p:cNvSpPr/>
            <p:nvPr/>
          </p:nvSpPr>
          <p:spPr>
            <a:xfrm>
              <a:off x="0" y="0"/>
              <a:ext cx="1035847" cy="600082"/>
            </a:xfrm>
            <a:custGeom>
              <a:avLst/>
              <a:gdLst/>
              <a:ahLst/>
              <a:cxnLst/>
              <a:rect l="l" t="t" r="r" b="b"/>
              <a:pathLst>
                <a:path w="1035847" h="600082">
                  <a:moveTo>
                    <a:pt x="0" y="0"/>
                  </a:moveTo>
                  <a:lnTo>
                    <a:pt x="1035847" y="0"/>
                  </a:lnTo>
                  <a:lnTo>
                    <a:pt x="1035847" y="600082"/>
                  </a:lnTo>
                  <a:lnTo>
                    <a:pt x="0" y="600082"/>
                  </a:lnTo>
                  <a:close/>
                </a:path>
              </a:pathLst>
            </a:custGeom>
            <a:solidFill>
              <a:srgbClr val="E4E4E4"/>
            </a:solidFill>
          </p:spPr>
          <p:txBody>
            <a:bodyPr/>
            <a:lstStyle/>
            <a:p>
              <a:endParaRPr lang="en-IN"/>
            </a:p>
          </p:txBody>
        </p:sp>
        <p:sp>
          <p:nvSpPr>
            <p:cNvPr id="13" name="TextBox 13"/>
            <p:cNvSpPr txBox="1"/>
            <p:nvPr/>
          </p:nvSpPr>
          <p:spPr>
            <a:xfrm>
              <a:off x="0" y="-28575"/>
              <a:ext cx="1035847" cy="628657"/>
            </a:xfrm>
            <a:prstGeom prst="rect">
              <a:avLst/>
            </a:prstGeom>
          </p:spPr>
          <p:txBody>
            <a:bodyPr lIns="254000" tIns="254000" rIns="254000" bIns="254000" rtlCol="0" anchor="ctr"/>
            <a:lstStyle/>
            <a:p>
              <a:pPr algn="ctr">
                <a:lnSpc>
                  <a:spcPts val="2099"/>
                </a:lnSpc>
              </a:pPr>
              <a:r>
                <a:rPr lang="en-US" sz="1499">
                  <a:solidFill>
                    <a:srgbClr val="2A2E3A"/>
                  </a:solidFill>
                  <a:latin typeface="Helios"/>
                  <a:ea typeface="Helios"/>
                  <a:cs typeface="Helios"/>
                  <a:sym typeface="Helios"/>
                </a:rPr>
                <a:t>Write a note here</a:t>
              </a:r>
            </a:p>
          </p:txBody>
        </p:sp>
      </p:grpSp>
      <p:grpSp>
        <p:nvGrpSpPr>
          <p:cNvPr id="14" name="Group 14"/>
          <p:cNvGrpSpPr/>
          <p:nvPr/>
        </p:nvGrpSpPr>
        <p:grpSpPr>
          <a:xfrm>
            <a:off x="6170152" y="5325375"/>
            <a:ext cx="2109563" cy="21095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4E4"/>
            </a:solidFill>
          </p:spPr>
          <p:txBody>
            <a:bodyPr/>
            <a:lstStyle/>
            <a:p>
              <a:endParaRPr lang="en-IN"/>
            </a:p>
          </p:txBody>
        </p:sp>
        <p:sp>
          <p:nvSpPr>
            <p:cNvPr id="16" name="TextBox 16"/>
            <p:cNvSpPr txBox="1"/>
            <p:nvPr/>
          </p:nvSpPr>
          <p:spPr>
            <a:xfrm>
              <a:off x="76200" y="47625"/>
              <a:ext cx="660400" cy="688975"/>
            </a:xfrm>
            <a:prstGeom prst="rect">
              <a:avLst/>
            </a:prstGeom>
          </p:spPr>
          <p:txBody>
            <a:bodyPr lIns="254000" tIns="254000" rIns="254000" bIns="254000" rtlCol="0" anchor="ctr"/>
            <a:lstStyle/>
            <a:p>
              <a:pPr algn="ctr">
                <a:lnSpc>
                  <a:spcPts val="2099"/>
                </a:lnSpc>
              </a:pPr>
              <a:r>
                <a:rPr lang="en-US" sz="1499">
                  <a:solidFill>
                    <a:srgbClr val="2A2E3A"/>
                  </a:solidFill>
                  <a:latin typeface="Helios"/>
                  <a:ea typeface="Helios"/>
                  <a:cs typeface="Helios"/>
                  <a:sym typeface="Helios"/>
                </a:rPr>
                <a:t>Write a note here</a:t>
              </a:r>
            </a:p>
          </p:txBody>
        </p:sp>
      </p:grpSp>
      <p:grpSp>
        <p:nvGrpSpPr>
          <p:cNvPr id="17" name="Group 17"/>
          <p:cNvGrpSpPr>
            <a:grpSpLocks noChangeAspect="1"/>
          </p:cNvGrpSpPr>
          <p:nvPr/>
        </p:nvGrpSpPr>
        <p:grpSpPr>
          <a:xfrm>
            <a:off x="11692719" y="3873389"/>
            <a:ext cx="840801" cy="840798"/>
            <a:chOff x="0" y="0"/>
            <a:chExt cx="6350000" cy="6349975"/>
          </a:xfrm>
        </p:grpSpPr>
        <p:sp>
          <p:nvSpPr>
            <p:cNvPr id="18" name="Freeform 18"/>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b="-50094"/>
              </a:stretch>
            </a:blipFill>
          </p:spPr>
          <p:txBody>
            <a:bodyPr/>
            <a:lstStyle/>
            <a:p>
              <a:endParaRPr lang="en-IN"/>
            </a:p>
          </p:txBody>
        </p:sp>
      </p:grpSp>
      <p:grpSp>
        <p:nvGrpSpPr>
          <p:cNvPr id="19" name="Group 19"/>
          <p:cNvGrpSpPr>
            <a:grpSpLocks noChangeAspect="1"/>
          </p:cNvGrpSpPr>
          <p:nvPr/>
        </p:nvGrpSpPr>
        <p:grpSpPr>
          <a:xfrm>
            <a:off x="6804533" y="4904976"/>
            <a:ext cx="840801" cy="840798"/>
            <a:chOff x="0" y="0"/>
            <a:chExt cx="6350000" cy="6349975"/>
          </a:xfrm>
        </p:grpSpPr>
        <p:sp>
          <p:nvSpPr>
            <p:cNvPr id="20" name="Freeform 20"/>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000000">
                <a:alpha val="0"/>
              </a:srgbClr>
            </a:solidFill>
            <a:ln w="12700">
              <a:solidFill>
                <a:srgbClr val="000000"/>
              </a:solidFill>
            </a:ln>
          </p:spPr>
          <p:txBody>
            <a:bodyPr/>
            <a:lstStyle/>
            <a:p>
              <a:endParaRPr lang="en-IN"/>
            </a:p>
          </p:txBody>
        </p:sp>
      </p:grpSp>
      <p:grpSp>
        <p:nvGrpSpPr>
          <p:cNvPr id="21" name="Group 21"/>
          <p:cNvGrpSpPr/>
          <p:nvPr/>
        </p:nvGrpSpPr>
        <p:grpSpPr>
          <a:xfrm>
            <a:off x="15466216" y="7434938"/>
            <a:ext cx="1793084" cy="1793084"/>
            <a:chOff x="0" y="0"/>
            <a:chExt cx="812800" cy="812800"/>
          </a:xfrm>
        </p:grpSpPr>
        <p:sp>
          <p:nvSpPr>
            <p:cNvPr id="22" name="Freeform 2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E4E4E4"/>
            </a:solidFill>
          </p:spPr>
          <p:txBody>
            <a:bodyPr/>
            <a:lstStyle/>
            <a:p>
              <a:endParaRPr lang="en-IN"/>
            </a:p>
          </p:txBody>
        </p:sp>
        <p:sp>
          <p:nvSpPr>
            <p:cNvPr id="23" name="TextBox 23"/>
            <p:cNvSpPr txBox="1"/>
            <p:nvPr/>
          </p:nvSpPr>
          <p:spPr>
            <a:xfrm>
              <a:off x="0" y="-28575"/>
              <a:ext cx="812800" cy="841375"/>
            </a:xfrm>
            <a:prstGeom prst="rect">
              <a:avLst/>
            </a:prstGeom>
          </p:spPr>
          <p:txBody>
            <a:bodyPr lIns="254000" tIns="254000" rIns="254000" bIns="254000" rtlCol="0" anchor="ctr"/>
            <a:lstStyle/>
            <a:p>
              <a:pPr algn="ctr">
                <a:lnSpc>
                  <a:spcPts val="1679"/>
                </a:lnSpc>
              </a:pPr>
              <a:r>
                <a:rPr lang="en-US" sz="1200">
                  <a:solidFill>
                    <a:srgbClr val="2A2E3A"/>
                  </a:solidFill>
                  <a:latin typeface="Helios"/>
                  <a:ea typeface="Helios"/>
                  <a:cs typeface="Helios"/>
                  <a:sym typeface="Helios"/>
                </a:rPr>
                <a:t>Copy a note, drag to the board, and write your ideas.</a:t>
              </a:r>
            </a:p>
          </p:txBody>
        </p:sp>
      </p:grpSp>
      <p:grpSp>
        <p:nvGrpSpPr>
          <p:cNvPr id="24" name="Group 24"/>
          <p:cNvGrpSpPr/>
          <p:nvPr/>
        </p:nvGrpSpPr>
        <p:grpSpPr>
          <a:xfrm>
            <a:off x="13366311" y="7434938"/>
            <a:ext cx="1793084" cy="179308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E4E4"/>
            </a:solidFill>
          </p:spPr>
          <p:txBody>
            <a:bodyPr/>
            <a:lstStyle/>
            <a:p>
              <a:endParaRPr lang="en-IN"/>
            </a:p>
          </p:txBody>
        </p:sp>
        <p:sp>
          <p:nvSpPr>
            <p:cNvPr id="26" name="TextBox 26"/>
            <p:cNvSpPr txBox="1"/>
            <p:nvPr/>
          </p:nvSpPr>
          <p:spPr>
            <a:xfrm>
              <a:off x="76200" y="47625"/>
              <a:ext cx="660400" cy="688975"/>
            </a:xfrm>
            <a:prstGeom prst="rect">
              <a:avLst/>
            </a:prstGeom>
          </p:spPr>
          <p:txBody>
            <a:bodyPr lIns="190500" tIns="190500" rIns="190500" bIns="190500" rtlCol="0" anchor="ctr"/>
            <a:lstStyle/>
            <a:p>
              <a:pPr algn="ctr">
                <a:lnSpc>
                  <a:spcPts val="1679"/>
                </a:lnSpc>
              </a:pPr>
              <a:r>
                <a:rPr lang="en-US" sz="1200">
                  <a:solidFill>
                    <a:srgbClr val="2A2E3A"/>
                  </a:solidFill>
                  <a:latin typeface="Helios"/>
                  <a:ea typeface="Helios"/>
                  <a:cs typeface="Helios"/>
                  <a:sym typeface="Helios"/>
                </a:rPr>
                <a:t>Copy a note, drag to the board, and write your ideas.</a:t>
              </a:r>
            </a:p>
          </p:txBody>
        </p:sp>
      </p:grpSp>
      <p:grpSp>
        <p:nvGrpSpPr>
          <p:cNvPr id="27" name="Group 27"/>
          <p:cNvGrpSpPr/>
          <p:nvPr/>
        </p:nvGrpSpPr>
        <p:grpSpPr>
          <a:xfrm>
            <a:off x="1028700" y="6935622"/>
            <a:ext cx="4290305" cy="2292401"/>
            <a:chOff x="0" y="0"/>
            <a:chExt cx="3236668" cy="1729420"/>
          </a:xfrm>
        </p:grpSpPr>
        <p:sp>
          <p:nvSpPr>
            <p:cNvPr id="28" name="Freeform 28"/>
            <p:cNvSpPr/>
            <p:nvPr/>
          </p:nvSpPr>
          <p:spPr>
            <a:xfrm>
              <a:off x="0" y="0"/>
              <a:ext cx="3236668" cy="1729420"/>
            </a:xfrm>
            <a:custGeom>
              <a:avLst/>
              <a:gdLst/>
              <a:ahLst/>
              <a:cxnLst/>
              <a:rect l="l" t="t" r="r" b="b"/>
              <a:pathLst>
                <a:path w="3236668" h="1729420">
                  <a:moveTo>
                    <a:pt x="54135" y="0"/>
                  </a:moveTo>
                  <a:lnTo>
                    <a:pt x="3182532" y="0"/>
                  </a:lnTo>
                  <a:cubicBezTo>
                    <a:pt x="3212430" y="0"/>
                    <a:pt x="3236668" y="24237"/>
                    <a:pt x="3236668" y="54135"/>
                  </a:cubicBezTo>
                  <a:lnTo>
                    <a:pt x="3236668" y="1675285"/>
                  </a:lnTo>
                  <a:cubicBezTo>
                    <a:pt x="3236668" y="1689642"/>
                    <a:pt x="3230964" y="1703412"/>
                    <a:pt x="3220812" y="1713564"/>
                  </a:cubicBezTo>
                  <a:cubicBezTo>
                    <a:pt x="3210659" y="1723717"/>
                    <a:pt x="3196890" y="1729420"/>
                    <a:pt x="3182532" y="1729420"/>
                  </a:cubicBezTo>
                  <a:lnTo>
                    <a:pt x="54135" y="1729420"/>
                  </a:lnTo>
                  <a:cubicBezTo>
                    <a:pt x="24237" y="1729420"/>
                    <a:pt x="0" y="1705183"/>
                    <a:pt x="0" y="1675285"/>
                  </a:cubicBezTo>
                  <a:lnTo>
                    <a:pt x="0" y="54135"/>
                  </a:lnTo>
                  <a:cubicBezTo>
                    <a:pt x="0" y="39778"/>
                    <a:pt x="5704" y="26008"/>
                    <a:pt x="15856" y="15856"/>
                  </a:cubicBezTo>
                  <a:cubicBezTo>
                    <a:pt x="26008" y="5704"/>
                    <a:pt x="39778" y="0"/>
                    <a:pt x="54135" y="0"/>
                  </a:cubicBezTo>
                  <a:close/>
                </a:path>
              </a:pathLst>
            </a:custGeom>
            <a:solidFill>
              <a:srgbClr val="FFFFFF"/>
            </a:solidFill>
            <a:ln w="9525" cap="rnd">
              <a:solidFill>
                <a:srgbClr val="2A2E3A"/>
              </a:solidFill>
              <a:prstDash val="solid"/>
              <a:round/>
            </a:ln>
          </p:spPr>
          <p:txBody>
            <a:bodyPr/>
            <a:lstStyle/>
            <a:p>
              <a:endParaRPr lang="en-IN"/>
            </a:p>
          </p:txBody>
        </p:sp>
        <p:sp>
          <p:nvSpPr>
            <p:cNvPr id="29" name="TextBox 29"/>
            <p:cNvSpPr txBox="1"/>
            <p:nvPr/>
          </p:nvSpPr>
          <p:spPr>
            <a:xfrm>
              <a:off x="0" y="-28575"/>
              <a:ext cx="3236668" cy="1757995"/>
            </a:xfrm>
            <a:prstGeom prst="rect">
              <a:avLst/>
            </a:prstGeom>
          </p:spPr>
          <p:txBody>
            <a:bodyPr lIns="190500" tIns="190500" rIns="190500" bIns="190500" rtlCol="0" anchor="ctr"/>
            <a:lstStyle/>
            <a:p>
              <a:pPr algn="l">
                <a:lnSpc>
                  <a:spcPts val="1960"/>
                </a:lnSpc>
              </a:pPr>
              <a:r>
                <a:rPr lang="en-US" sz="1400">
                  <a:solidFill>
                    <a:srgbClr val="2A2E3A"/>
                  </a:solidFill>
                  <a:latin typeface="Helios Bold"/>
                  <a:ea typeface="Helios Bold"/>
                  <a:cs typeface="Helios Bold"/>
                  <a:sym typeface="Helios Bold"/>
                </a:rPr>
                <a:t>Tip: </a:t>
              </a:r>
              <a:r>
                <a:rPr lang="en-US" sz="1400">
                  <a:solidFill>
                    <a:srgbClr val="2A2E3A"/>
                  </a:solidFill>
                  <a:latin typeface="Helios"/>
                  <a:ea typeface="Helios"/>
                  <a:cs typeface="Helios"/>
                  <a:sym typeface="Helios"/>
                </a:rPr>
                <a:t>Collaboration makes teamwork easier! Click "Share" and invite your teammates to fill this up. Use this page for bulletins, brainstorms, and other fun team ideas. </a:t>
              </a:r>
            </a:p>
            <a:p>
              <a:pPr algn="l">
                <a:lnSpc>
                  <a:spcPts val="1960"/>
                </a:lnSpc>
              </a:pPr>
              <a:endParaRPr lang="en-US" sz="1400">
                <a:solidFill>
                  <a:srgbClr val="2A2E3A"/>
                </a:solidFill>
                <a:latin typeface="Helios"/>
                <a:ea typeface="Helios"/>
                <a:cs typeface="Helios"/>
                <a:sym typeface="Helios"/>
              </a:endParaRPr>
            </a:p>
            <a:p>
              <a:pPr algn="l">
                <a:lnSpc>
                  <a:spcPts val="1960"/>
                </a:lnSpc>
              </a:pPr>
              <a:r>
                <a:rPr lang="en-US" sz="1400">
                  <a:solidFill>
                    <a:srgbClr val="2A2E3A"/>
                  </a:solidFill>
                  <a:latin typeface="Helios Bold"/>
                  <a:ea typeface="Helios Bold"/>
                  <a:cs typeface="Helios Bold"/>
                  <a:sym typeface="Helios Bold"/>
                </a:rPr>
                <a:t>Right-click</a:t>
              </a:r>
              <a:r>
                <a:rPr lang="en-US" sz="1400">
                  <a:solidFill>
                    <a:srgbClr val="2A2E3A"/>
                  </a:solidFill>
                  <a:latin typeface="Helios"/>
                  <a:ea typeface="Helios"/>
                  <a:cs typeface="Helios"/>
                  <a:sym typeface="Helios"/>
                </a:rPr>
                <a:t> on the </a:t>
              </a:r>
              <a:r>
                <a:rPr lang="en-US" sz="1400">
                  <a:solidFill>
                    <a:srgbClr val="2A2E3A"/>
                  </a:solidFill>
                  <a:latin typeface="Helios Bold"/>
                  <a:ea typeface="Helios Bold"/>
                  <a:cs typeface="Helios Bold"/>
                  <a:sym typeface="Helios Bold"/>
                </a:rPr>
                <a:t>background</a:t>
              </a:r>
              <a:r>
                <a:rPr lang="en-US" sz="1400">
                  <a:solidFill>
                    <a:srgbClr val="2A2E3A"/>
                  </a:solidFill>
                  <a:latin typeface="Helios"/>
                  <a:ea typeface="Helios"/>
                  <a:cs typeface="Helios"/>
                  <a:sym typeface="Helios"/>
                </a:rPr>
                <a:t> of the slide, or on the </a:t>
              </a:r>
              <a:r>
                <a:rPr lang="en-US" sz="1400">
                  <a:solidFill>
                    <a:srgbClr val="2A2E3A"/>
                  </a:solidFill>
                  <a:latin typeface="Helios Bold"/>
                  <a:ea typeface="Helios Bold"/>
                  <a:cs typeface="Helios Bold"/>
                  <a:sym typeface="Helios Bold"/>
                </a:rPr>
                <a:t>thumbnail</a:t>
              </a:r>
              <a:r>
                <a:rPr lang="en-US" sz="1400">
                  <a:solidFill>
                    <a:srgbClr val="2A2E3A"/>
                  </a:solidFill>
                  <a:latin typeface="Helios"/>
                  <a:ea typeface="Helios"/>
                  <a:cs typeface="Helios"/>
                  <a:sym typeface="Helios"/>
                </a:rPr>
                <a:t> below, for the option to </a:t>
              </a:r>
              <a:r>
                <a:rPr lang="en-US" sz="1400">
                  <a:solidFill>
                    <a:srgbClr val="2A2E3A"/>
                  </a:solidFill>
                  <a:latin typeface="Helios Bold"/>
                  <a:ea typeface="Helios Bold"/>
                  <a:cs typeface="Helios Bold"/>
                  <a:sym typeface="Helios Bold"/>
                </a:rPr>
                <a:t>expand</a:t>
              </a:r>
              <a:r>
                <a:rPr lang="en-US" sz="1400">
                  <a:solidFill>
                    <a:srgbClr val="2A2E3A"/>
                  </a:solidFill>
                  <a:latin typeface="Helios"/>
                  <a:ea typeface="Helios"/>
                  <a:cs typeface="Helios"/>
                  <a:sym typeface="Helios"/>
                </a:rPr>
                <a:t> this page into a </a:t>
              </a:r>
              <a:r>
                <a:rPr lang="en-US" sz="1400">
                  <a:solidFill>
                    <a:srgbClr val="2A2E3A"/>
                  </a:solidFill>
                  <a:latin typeface="Helios Bold"/>
                  <a:ea typeface="Helios Bold"/>
                  <a:cs typeface="Helios Bold"/>
                  <a:sym typeface="Helios Bold"/>
                </a:rPr>
                <a:t>whiteboard</a:t>
              </a:r>
              <a:r>
                <a:rPr lang="en-US" sz="1400">
                  <a:solidFill>
                    <a:srgbClr val="2A2E3A"/>
                  </a:solidFill>
                  <a:latin typeface="Helios"/>
                  <a:ea typeface="Helios"/>
                  <a:cs typeface="Helios"/>
                  <a:sym typeface="Helios"/>
                </a:rPr>
                <a:t> for more space!</a:t>
              </a:r>
            </a:p>
          </p:txBody>
        </p:sp>
      </p:grpSp>
      <p:sp>
        <p:nvSpPr>
          <p:cNvPr id="30" name="TextBox 30"/>
          <p:cNvSpPr txBox="1"/>
          <p:nvPr/>
        </p:nvSpPr>
        <p:spPr>
          <a:xfrm>
            <a:off x="1028700" y="1019175"/>
            <a:ext cx="5775833" cy="1838325"/>
          </a:xfrm>
          <a:prstGeom prst="rect">
            <a:avLst/>
          </a:prstGeom>
        </p:spPr>
        <p:txBody>
          <a:bodyPr lIns="0" tIns="0" rIns="0" bIns="0" rtlCol="0" anchor="t">
            <a:spAutoFit/>
          </a:bodyPr>
          <a:lstStyle/>
          <a:p>
            <a:pPr algn="l">
              <a:lnSpc>
                <a:spcPts val="7200"/>
              </a:lnSpc>
            </a:pPr>
            <a:r>
              <a:rPr lang="en-US" sz="6000">
                <a:solidFill>
                  <a:srgbClr val="2A2E3A"/>
                </a:solidFill>
                <a:latin typeface="TT Hoves Bold"/>
                <a:ea typeface="TT Hoves Bold"/>
                <a:cs typeface="TT Hoves Bold"/>
                <a:sym typeface="TT Hoves Bold"/>
              </a:rPr>
              <a:t>Collaborate on a Whiteboard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479889" cy="10287000"/>
            <a:chOff x="0" y="0"/>
            <a:chExt cx="1706637" cy="2709333"/>
          </a:xfrm>
        </p:grpSpPr>
        <p:sp>
          <p:nvSpPr>
            <p:cNvPr id="3" name="Freeform 3"/>
            <p:cNvSpPr/>
            <p:nvPr/>
          </p:nvSpPr>
          <p:spPr>
            <a:xfrm>
              <a:off x="0" y="0"/>
              <a:ext cx="1706637" cy="2709333"/>
            </a:xfrm>
            <a:custGeom>
              <a:avLst/>
              <a:gdLst/>
              <a:ahLst/>
              <a:cxnLst/>
              <a:rect l="l" t="t" r="r" b="b"/>
              <a:pathLst>
                <a:path w="1706637" h="2709333">
                  <a:moveTo>
                    <a:pt x="0" y="0"/>
                  </a:moveTo>
                  <a:lnTo>
                    <a:pt x="1706637" y="0"/>
                  </a:lnTo>
                  <a:lnTo>
                    <a:pt x="1706637" y="2709333"/>
                  </a:lnTo>
                  <a:lnTo>
                    <a:pt x="0" y="2709333"/>
                  </a:lnTo>
                  <a:close/>
                </a:path>
              </a:pathLst>
            </a:custGeom>
            <a:solidFill>
              <a:srgbClr val="E8223B"/>
            </a:solidFill>
          </p:spPr>
          <p:txBody>
            <a:bodyPr/>
            <a:lstStyle/>
            <a:p>
              <a:endParaRPr lang="en-IN"/>
            </a:p>
          </p:txBody>
        </p:sp>
        <p:sp>
          <p:nvSpPr>
            <p:cNvPr id="4" name="TextBox 4"/>
            <p:cNvSpPr txBox="1"/>
            <p:nvPr/>
          </p:nvSpPr>
          <p:spPr>
            <a:xfrm>
              <a:off x="0" y="-28575"/>
              <a:ext cx="1706637" cy="2737908"/>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1031335" y="4282367"/>
            <a:ext cx="3086100" cy="1371195"/>
            <a:chOff x="0" y="0"/>
            <a:chExt cx="812800" cy="361138"/>
          </a:xfrm>
        </p:grpSpPr>
        <p:sp>
          <p:nvSpPr>
            <p:cNvPr id="6" name="Freeform 6"/>
            <p:cNvSpPr/>
            <p:nvPr/>
          </p:nvSpPr>
          <p:spPr>
            <a:xfrm>
              <a:off x="0" y="0"/>
              <a:ext cx="812800" cy="361138"/>
            </a:xfrm>
            <a:custGeom>
              <a:avLst/>
              <a:gdLst/>
              <a:ahLst/>
              <a:cxnLst/>
              <a:rect l="l" t="t" r="r" b="b"/>
              <a:pathLst>
                <a:path w="812800" h="361138">
                  <a:moveTo>
                    <a:pt x="75259" y="0"/>
                  </a:moveTo>
                  <a:lnTo>
                    <a:pt x="737541" y="0"/>
                  </a:lnTo>
                  <a:cubicBezTo>
                    <a:pt x="779105" y="0"/>
                    <a:pt x="812800" y="33695"/>
                    <a:pt x="812800" y="75259"/>
                  </a:cubicBezTo>
                  <a:lnTo>
                    <a:pt x="812800" y="285879"/>
                  </a:lnTo>
                  <a:cubicBezTo>
                    <a:pt x="812800" y="305839"/>
                    <a:pt x="804871" y="324981"/>
                    <a:pt x="790757" y="339095"/>
                  </a:cubicBezTo>
                  <a:cubicBezTo>
                    <a:pt x="776643" y="353209"/>
                    <a:pt x="757501" y="361138"/>
                    <a:pt x="737541" y="361138"/>
                  </a:cubicBezTo>
                  <a:lnTo>
                    <a:pt x="75259" y="361138"/>
                  </a:lnTo>
                  <a:cubicBezTo>
                    <a:pt x="33695" y="361138"/>
                    <a:pt x="0" y="327443"/>
                    <a:pt x="0" y="285879"/>
                  </a:cubicBezTo>
                  <a:lnTo>
                    <a:pt x="0" y="75259"/>
                  </a:lnTo>
                  <a:cubicBezTo>
                    <a:pt x="0" y="33695"/>
                    <a:pt x="33695" y="0"/>
                    <a:pt x="75259" y="0"/>
                  </a:cubicBezTo>
                  <a:close/>
                </a:path>
              </a:pathLst>
            </a:custGeom>
            <a:solidFill>
              <a:srgbClr val="2A2E3A"/>
            </a:solidFill>
            <a:ln cap="rnd">
              <a:noFill/>
              <a:prstDash val="solid"/>
              <a:round/>
            </a:ln>
          </p:spPr>
          <p:txBody>
            <a:bodyPr/>
            <a:lstStyle/>
            <a:p>
              <a:endParaRPr lang="en-IN"/>
            </a:p>
          </p:txBody>
        </p:sp>
        <p:sp>
          <p:nvSpPr>
            <p:cNvPr id="7" name="TextBox 7"/>
            <p:cNvSpPr txBox="1"/>
            <p:nvPr/>
          </p:nvSpPr>
          <p:spPr>
            <a:xfrm>
              <a:off x="0" y="-47625"/>
              <a:ext cx="812800" cy="408763"/>
            </a:xfrm>
            <a:prstGeom prst="rect">
              <a:avLst/>
            </a:prstGeom>
          </p:spPr>
          <p:txBody>
            <a:bodyPr lIns="254000" tIns="254000" rIns="254000" bIns="254000" rtlCol="0" anchor="ctr"/>
            <a:lstStyle/>
            <a:p>
              <a:pPr algn="ctr">
                <a:lnSpc>
                  <a:spcPts val="3219"/>
                </a:lnSpc>
              </a:pPr>
              <a:r>
                <a:rPr lang="en-US" sz="2299">
                  <a:solidFill>
                    <a:srgbClr val="FFFFFF"/>
                  </a:solidFill>
                  <a:latin typeface="Helios Bold"/>
                  <a:ea typeface="Helios Bold"/>
                  <a:cs typeface="Helios Bold"/>
                  <a:sym typeface="Helios Bold"/>
                </a:rPr>
                <a:t>Add a</a:t>
              </a:r>
            </a:p>
            <a:p>
              <a:pPr algn="ctr">
                <a:lnSpc>
                  <a:spcPts val="3219"/>
                </a:lnSpc>
              </a:pPr>
              <a:r>
                <a:rPr lang="en-US" sz="2299">
                  <a:solidFill>
                    <a:srgbClr val="FFFFFF"/>
                  </a:solidFill>
                  <a:latin typeface="Helios Bold"/>
                  <a:ea typeface="Helios Bold"/>
                  <a:cs typeface="Helios Bold"/>
                  <a:sym typeface="Helios Bold"/>
                </a:rPr>
                <a:t>main topic</a:t>
              </a:r>
            </a:p>
          </p:txBody>
        </p:sp>
      </p:grpSp>
      <p:sp>
        <p:nvSpPr>
          <p:cNvPr id="8" name="AutoShape 8"/>
          <p:cNvSpPr/>
          <p:nvPr/>
        </p:nvSpPr>
        <p:spPr>
          <a:xfrm>
            <a:off x="14117431" y="4950979"/>
            <a:ext cx="1108954"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9" name="AutoShape 9"/>
          <p:cNvSpPr/>
          <p:nvPr/>
        </p:nvSpPr>
        <p:spPr>
          <a:xfrm>
            <a:off x="13251770" y="3951612"/>
            <a:ext cx="984866"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10" name="AutoShape 10"/>
          <p:cNvSpPr/>
          <p:nvPr/>
        </p:nvSpPr>
        <p:spPr>
          <a:xfrm>
            <a:off x="10497748" y="5965266"/>
            <a:ext cx="1152881"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11" name="AutoShape 11"/>
          <p:cNvSpPr/>
          <p:nvPr/>
        </p:nvSpPr>
        <p:spPr>
          <a:xfrm>
            <a:off x="9746961" y="4960458"/>
            <a:ext cx="1284377" cy="19050"/>
          </a:xfrm>
          <a:prstGeom prst="line">
            <a:avLst/>
          </a:prstGeom>
          <a:ln w="19050" cap="flat">
            <a:solidFill>
              <a:srgbClr val="2A2E3A"/>
            </a:solidFill>
            <a:prstDash val="lgDash"/>
            <a:headEnd type="none" w="sm" len="sm"/>
            <a:tailEnd type="arrow" w="med" len="sm"/>
          </a:ln>
        </p:spPr>
        <p:txBody>
          <a:bodyPr/>
          <a:lstStyle/>
          <a:p>
            <a:endParaRPr lang="en-IN"/>
          </a:p>
        </p:txBody>
      </p:sp>
      <p:grpSp>
        <p:nvGrpSpPr>
          <p:cNvPr id="12" name="Group 12"/>
          <p:cNvGrpSpPr/>
          <p:nvPr/>
        </p:nvGrpSpPr>
        <p:grpSpPr>
          <a:xfrm>
            <a:off x="7251414" y="4505276"/>
            <a:ext cx="2495550" cy="933450"/>
            <a:chOff x="0" y="0"/>
            <a:chExt cx="657264" cy="245847"/>
          </a:xfrm>
        </p:grpSpPr>
        <p:sp>
          <p:nvSpPr>
            <p:cNvPr id="13" name="Freeform 13"/>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4E4E4"/>
            </a:solidFill>
            <a:ln cap="sq">
              <a:noFill/>
              <a:prstDash val="solid"/>
              <a:miter/>
            </a:ln>
          </p:spPr>
          <p:txBody>
            <a:bodyPr/>
            <a:lstStyle/>
            <a:p>
              <a:endParaRPr lang="en-IN"/>
            </a:p>
          </p:txBody>
        </p:sp>
        <p:sp>
          <p:nvSpPr>
            <p:cNvPr id="14" name="TextBox 14"/>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a related idea</a:t>
              </a:r>
            </a:p>
          </p:txBody>
        </p:sp>
      </p:grpSp>
      <p:grpSp>
        <p:nvGrpSpPr>
          <p:cNvPr id="15" name="Group 15"/>
          <p:cNvGrpSpPr/>
          <p:nvPr/>
        </p:nvGrpSpPr>
        <p:grpSpPr>
          <a:xfrm>
            <a:off x="12869660" y="2706458"/>
            <a:ext cx="2495550" cy="933450"/>
            <a:chOff x="0" y="0"/>
            <a:chExt cx="657264" cy="245847"/>
          </a:xfrm>
        </p:grpSpPr>
        <p:sp>
          <p:nvSpPr>
            <p:cNvPr id="16" name="Freeform 16"/>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4E4E4"/>
            </a:solidFill>
            <a:ln cap="sq">
              <a:noFill/>
              <a:prstDash val="solid"/>
              <a:miter/>
            </a:ln>
          </p:spPr>
          <p:txBody>
            <a:bodyPr/>
            <a:lstStyle/>
            <a:p>
              <a:endParaRPr lang="en-IN"/>
            </a:p>
          </p:txBody>
        </p:sp>
        <p:sp>
          <p:nvSpPr>
            <p:cNvPr id="17" name="TextBox 17"/>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a related idea</a:t>
              </a:r>
            </a:p>
          </p:txBody>
        </p:sp>
      </p:grpSp>
      <p:grpSp>
        <p:nvGrpSpPr>
          <p:cNvPr id="18" name="Group 18"/>
          <p:cNvGrpSpPr/>
          <p:nvPr/>
        </p:nvGrpSpPr>
        <p:grpSpPr>
          <a:xfrm>
            <a:off x="9347775" y="6296021"/>
            <a:ext cx="2495550" cy="933450"/>
            <a:chOff x="0" y="0"/>
            <a:chExt cx="657264" cy="245847"/>
          </a:xfrm>
        </p:grpSpPr>
        <p:sp>
          <p:nvSpPr>
            <p:cNvPr id="19" name="Freeform 19"/>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4E4E4"/>
            </a:solidFill>
            <a:ln cap="sq">
              <a:noFill/>
              <a:prstDash val="solid"/>
              <a:miter/>
            </a:ln>
          </p:spPr>
          <p:txBody>
            <a:bodyPr/>
            <a:lstStyle/>
            <a:p>
              <a:endParaRPr lang="en-IN"/>
            </a:p>
          </p:txBody>
        </p:sp>
        <p:sp>
          <p:nvSpPr>
            <p:cNvPr id="20" name="TextBox 20"/>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a related idea</a:t>
              </a:r>
            </a:p>
          </p:txBody>
        </p:sp>
      </p:grpSp>
      <p:grpSp>
        <p:nvGrpSpPr>
          <p:cNvPr id="21" name="Group 21"/>
          <p:cNvGrpSpPr/>
          <p:nvPr/>
        </p:nvGrpSpPr>
        <p:grpSpPr>
          <a:xfrm>
            <a:off x="15226382" y="4491807"/>
            <a:ext cx="2495550" cy="933450"/>
            <a:chOff x="0" y="0"/>
            <a:chExt cx="657264" cy="245847"/>
          </a:xfrm>
        </p:grpSpPr>
        <p:sp>
          <p:nvSpPr>
            <p:cNvPr id="22" name="Freeform 22"/>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4E4E4"/>
            </a:solidFill>
            <a:ln cap="sq">
              <a:noFill/>
              <a:prstDash val="solid"/>
              <a:miter/>
            </a:ln>
          </p:spPr>
          <p:txBody>
            <a:bodyPr/>
            <a:lstStyle/>
            <a:p>
              <a:endParaRPr lang="en-IN"/>
            </a:p>
          </p:txBody>
        </p:sp>
        <p:sp>
          <p:nvSpPr>
            <p:cNvPr id="23" name="TextBox 23"/>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a related idea</a:t>
              </a:r>
            </a:p>
          </p:txBody>
        </p:sp>
      </p:grpSp>
      <p:grpSp>
        <p:nvGrpSpPr>
          <p:cNvPr id="24" name="Group 24"/>
          <p:cNvGrpSpPr/>
          <p:nvPr/>
        </p:nvGrpSpPr>
        <p:grpSpPr>
          <a:xfrm>
            <a:off x="11132063" y="1038225"/>
            <a:ext cx="2495550" cy="933450"/>
            <a:chOff x="0" y="0"/>
            <a:chExt cx="657264" cy="245847"/>
          </a:xfrm>
        </p:grpSpPr>
        <p:sp>
          <p:nvSpPr>
            <p:cNvPr id="25" name="Freeform 25"/>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8223B"/>
            </a:solidFill>
            <a:ln cap="sq">
              <a:noFill/>
              <a:prstDash val="solid"/>
              <a:miter/>
            </a:ln>
          </p:spPr>
          <p:txBody>
            <a:bodyPr/>
            <a:lstStyle/>
            <a:p>
              <a:endParaRPr lang="en-IN"/>
            </a:p>
          </p:txBody>
        </p:sp>
        <p:sp>
          <p:nvSpPr>
            <p:cNvPr id="26" name="TextBox 26"/>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FFFFFF"/>
                  </a:solidFill>
                  <a:latin typeface="Helios Bold"/>
                  <a:ea typeface="Helios Bold"/>
                  <a:cs typeface="Helios Bold"/>
                  <a:sym typeface="Helios Bold"/>
                </a:rPr>
                <a:t>Add more sub-ideas</a:t>
              </a:r>
            </a:p>
          </p:txBody>
        </p:sp>
      </p:grpSp>
      <p:sp>
        <p:nvSpPr>
          <p:cNvPr id="27" name="AutoShape 27"/>
          <p:cNvSpPr/>
          <p:nvPr/>
        </p:nvSpPr>
        <p:spPr>
          <a:xfrm>
            <a:off x="13223766" y="2096179"/>
            <a:ext cx="1297516" cy="19050"/>
          </a:xfrm>
          <a:prstGeom prst="line">
            <a:avLst/>
          </a:prstGeom>
          <a:ln w="19050" cap="flat">
            <a:solidFill>
              <a:srgbClr val="2A2E3A"/>
            </a:solidFill>
            <a:prstDash val="lgDash"/>
            <a:headEnd type="none" w="sm" len="sm"/>
            <a:tailEnd type="arrow" w="med" len="sm"/>
          </a:ln>
        </p:spPr>
        <p:txBody>
          <a:bodyPr/>
          <a:lstStyle/>
          <a:p>
            <a:endParaRPr lang="en-IN"/>
          </a:p>
        </p:txBody>
      </p:sp>
      <p:grpSp>
        <p:nvGrpSpPr>
          <p:cNvPr id="28" name="Group 28"/>
          <p:cNvGrpSpPr/>
          <p:nvPr/>
        </p:nvGrpSpPr>
        <p:grpSpPr>
          <a:xfrm>
            <a:off x="15052389" y="1028700"/>
            <a:ext cx="2495550" cy="933450"/>
            <a:chOff x="0" y="0"/>
            <a:chExt cx="657264" cy="245847"/>
          </a:xfrm>
        </p:grpSpPr>
        <p:sp>
          <p:nvSpPr>
            <p:cNvPr id="29" name="Freeform 29"/>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8223B"/>
            </a:solidFill>
            <a:ln cap="sq">
              <a:noFill/>
              <a:prstDash val="solid"/>
              <a:miter/>
            </a:ln>
          </p:spPr>
          <p:txBody>
            <a:bodyPr/>
            <a:lstStyle/>
            <a:p>
              <a:endParaRPr lang="en-IN"/>
            </a:p>
          </p:txBody>
        </p:sp>
        <p:sp>
          <p:nvSpPr>
            <p:cNvPr id="30" name="TextBox 30"/>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FFFFFF"/>
                  </a:solidFill>
                  <a:latin typeface="Helios Bold"/>
                  <a:ea typeface="Helios Bold"/>
                  <a:cs typeface="Helios Bold"/>
                  <a:sym typeface="Helios Bold"/>
                </a:rPr>
                <a:t>Add more sub-ideas</a:t>
              </a:r>
            </a:p>
          </p:txBody>
        </p:sp>
      </p:grpSp>
      <p:sp>
        <p:nvSpPr>
          <p:cNvPr id="31" name="AutoShape 31"/>
          <p:cNvSpPr/>
          <p:nvPr/>
        </p:nvSpPr>
        <p:spPr>
          <a:xfrm>
            <a:off x="14055727" y="2324779"/>
            <a:ext cx="2306144"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32" name="AutoShape 32"/>
          <p:cNvSpPr/>
          <p:nvPr/>
        </p:nvSpPr>
        <p:spPr>
          <a:xfrm>
            <a:off x="10042217" y="2075048"/>
            <a:ext cx="1398113"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33" name="AutoShape 33"/>
          <p:cNvSpPr/>
          <p:nvPr/>
        </p:nvSpPr>
        <p:spPr>
          <a:xfrm>
            <a:off x="9432629" y="1499653"/>
            <a:ext cx="1699445" cy="19050"/>
          </a:xfrm>
          <a:prstGeom prst="line">
            <a:avLst/>
          </a:prstGeom>
          <a:ln w="19050" cap="flat">
            <a:solidFill>
              <a:srgbClr val="2A2E3A"/>
            </a:solidFill>
            <a:prstDash val="lgDash"/>
            <a:headEnd type="none" w="sm" len="sm"/>
            <a:tailEnd type="arrow" w="med" len="sm"/>
          </a:ln>
        </p:spPr>
        <p:txBody>
          <a:bodyPr/>
          <a:lstStyle/>
          <a:p>
            <a:endParaRPr lang="en-IN"/>
          </a:p>
        </p:txBody>
      </p:sp>
      <p:grpSp>
        <p:nvGrpSpPr>
          <p:cNvPr id="34" name="Group 34"/>
          <p:cNvGrpSpPr/>
          <p:nvPr/>
        </p:nvGrpSpPr>
        <p:grpSpPr>
          <a:xfrm>
            <a:off x="9100050" y="2664196"/>
            <a:ext cx="1866900" cy="940308"/>
            <a:chOff x="0" y="0"/>
            <a:chExt cx="491694" cy="247653"/>
          </a:xfrm>
        </p:grpSpPr>
        <p:sp>
          <p:nvSpPr>
            <p:cNvPr id="35" name="Freeform 35"/>
            <p:cNvSpPr/>
            <p:nvPr/>
          </p:nvSpPr>
          <p:spPr>
            <a:xfrm>
              <a:off x="0" y="0"/>
              <a:ext cx="491694" cy="247653"/>
            </a:xfrm>
            <a:custGeom>
              <a:avLst/>
              <a:gdLst/>
              <a:ahLst/>
              <a:cxnLst/>
              <a:rect l="l" t="t" r="r" b="b"/>
              <a:pathLst>
                <a:path w="491694" h="247653">
                  <a:moveTo>
                    <a:pt x="0" y="0"/>
                  </a:moveTo>
                  <a:lnTo>
                    <a:pt x="491694" y="0"/>
                  </a:lnTo>
                  <a:lnTo>
                    <a:pt x="491694" y="247653"/>
                  </a:lnTo>
                  <a:lnTo>
                    <a:pt x="0" y="247653"/>
                  </a:lnTo>
                  <a:close/>
                </a:path>
              </a:pathLst>
            </a:custGeom>
            <a:solidFill>
              <a:srgbClr val="FFFFFF"/>
            </a:solidFill>
            <a:ln w="9525" cap="sq">
              <a:solidFill>
                <a:srgbClr val="2A2E3A"/>
              </a:solidFill>
              <a:prstDash val="solid"/>
              <a:miter/>
            </a:ln>
          </p:spPr>
          <p:txBody>
            <a:bodyPr/>
            <a:lstStyle/>
            <a:p>
              <a:endParaRPr lang="en-IN"/>
            </a:p>
          </p:txBody>
        </p:sp>
        <p:sp>
          <p:nvSpPr>
            <p:cNvPr id="36" name="TextBox 36"/>
            <p:cNvSpPr txBox="1"/>
            <p:nvPr/>
          </p:nvSpPr>
          <p:spPr>
            <a:xfrm>
              <a:off x="0" y="-38100"/>
              <a:ext cx="491694" cy="285753"/>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even more sub-ideas</a:t>
              </a:r>
            </a:p>
          </p:txBody>
        </p:sp>
      </p:grpSp>
      <p:grpSp>
        <p:nvGrpSpPr>
          <p:cNvPr id="37" name="Group 37"/>
          <p:cNvGrpSpPr/>
          <p:nvPr/>
        </p:nvGrpSpPr>
        <p:grpSpPr>
          <a:xfrm>
            <a:off x="7565739" y="1043252"/>
            <a:ext cx="1866900" cy="940308"/>
            <a:chOff x="0" y="0"/>
            <a:chExt cx="491694" cy="247653"/>
          </a:xfrm>
        </p:grpSpPr>
        <p:sp>
          <p:nvSpPr>
            <p:cNvPr id="38" name="Freeform 38"/>
            <p:cNvSpPr/>
            <p:nvPr/>
          </p:nvSpPr>
          <p:spPr>
            <a:xfrm>
              <a:off x="0" y="0"/>
              <a:ext cx="491694" cy="247653"/>
            </a:xfrm>
            <a:custGeom>
              <a:avLst/>
              <a:gdLst/>
              <a:ahLst/>
              <a:cxnLst/>
              <a:rect l="l" t="t" r="r" b="b"/>
              <a:pathLst>
                <a:path w="491694" h="247653">
                  <a:moveTo>
                    <a:pt x="0" y="0"/>
                  </a:moveTo>
                  <a:lnTo>
                    <a:pt x="491694" y="0"/>
                  </a:lnTo>
                  <a:lnTo>
                    <a:pt x="491694" y="247653"/>
                  </a:lnTo>
                  <a:lnTo>
                    <a:pt x="0" y="247653"/>
                  </a:lnTo>
                  <a:close/>
                </a:path>
              </a:pathLst>
            </a:custGeom>
            <a:solidFill>
              <a:srgbClr val="FFFFFF"/>
            </a:solidFill>
            <a:ln w="9525" cap="sq">
              <a:solidFill>
                <a:srgbClr val="2A2E3A"/>
              </a:solidFill>
              <a:prstDash val="solid"/>
              <a:miter/>
            </a:ln>
          </p:spPr>
          <p:txBody>
            <a:bodyPr/>
            <a:lstStyle/>
            <a:p>
              <a:endParaRPr lang="en-IN"/>
            </a:p>
          </p:txBody>
        </p:sp>
        <p:sp>
          <p:nvSpPr>
            <p:cNvPr id="39" name="TextBox 39"/>
            <p:cNvSpPr txBox="1"/>
            <p:nvPr/>
          </p:nvSpPr>
          <p:spPr>
            <a:xfrm>
              <a:off x="0" y="-38100"/>
              <a:ext cx="491694" cy="285753"/>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even more sub-ideas</a:t>
              </a:r>
            </a:p>
          </p:txBody>
        </p:sp>
      </p:grpSp>
      <p:grpSp>
        <p:nvGrpSpPr>
          <p:cNvPr id="40" name="Group 40"/>
          <p:cNvGrpSpPr/>
          <p:nvPr/>
        </p:nvGrpSpPr>
        <p:grpSpPr>
          <a:xfrm>
            <a:off x="7581835" y="8618116"/>
            <a:ext cx="2495550" cy="933450"/>
            <a:chOff x="0" y="0"/>
            <a:chExt cx="657264" cy="245847"/>
          </a:xfrm>
        </p:grpSpPr>
        <p:sp>
          <p:nvSpPr>
            <p:cNvPr id="41" name="Freeform 41"/>
            <p:cNvSpPr/>
            <p:nvPr/>
          </p:nvSpPr>
          <p:spPr>
            <a:xfrm>
              <a:off x="0" y="0"/>
              <a:ext cx="657264" cy="245847"/>
            </a:xfrm>
            <a:custGeom>
              <a:avLst/>
              <a:gdLst/>
              <a:ahLst/>
              <a:cxnLst/>
              <a:rect l="l" t="t" r="r" b="b"/>
              <a:pathLst>
                <a:path w="657264" h="245847">
                  <a:moveTo>
                    <a:pt x="62046" y="0"/>
                  </a:moveTo>
                  <a:lnTo>
                    <a:pt x="595218" y="0"/>
                  </a:lnTo>
                  <a:cubicBezTo>
                    <a:pt x="611674" y="0"/>
                    <a:pt x="627456" y="6537"/>
                    <a:pt x="639091" y="18173"/>
                  </a:cubicBezTo>
                  <a:cubicBezTo>
                    <a:pt x="650727" y="29809"/>
                    <a:pt x="657264" y="45590"/>
                    <a:pt x="657264" y="62046"/>
                  </a:cubicBezTo>
                  <a:lnTo>
                    <a:pt x="657264" y="183801"/>
                  </a:lnTo>
                  <a:cubicBezTo>
                    <a:pt x="657264" y="200257"/>
                    <a:pt x="650727" y="216038"/>
                    <a:pt x="639091" y="227674"/>
                  </a:cubicBezTo>
                  <a:cubicBezTo>
                    <a:pt x="627456" y="239310"/>
                    <a:pt x="611674" y="245847"/>
                    <a:pt x="595218" y="245847"/>
                  </a:cubicBezTo>
                  <a:lnTo>
                    <a:pt x="62046" y="245847"/>
                  </a:lnTo>
                  <a:cubicBezTo>
                    <a:pt x="45590" y="245847"/>
                    <a:pt x="29809" y="239310"/>
                    <a:pt x="18173" y="227674"/>
                  </a:cubicBezTo>
                  <a:cubicBezTo>
                    <a:pt x="6537" y="216038"/>
                    <a:pt x="0" y="200257"/>
                    <a:pt x="0" y="183801"/>
                  </a:cubicBezTo>
                  <a:lnTo>
                    <a:pt x="0" y="62046"/>
                  </a:lnTo>
                  <a:cubicBezTo>
                    <a:pt x="0" y="45590"/>
                    <a:pt x="6537" y="29809"/>
                    <a:pt x="18173" y="18173"/>
                  </a:cubicBezTo>
                  <a:cubicBezTo>
                    <a:pt x="29809" y="6537"/>
                    <a:pt x="45590" y="0"/>
                    <a:pt x="62046" y="0"/>
                  </a:cubicBezTo>
                  <a:close/>
                </a:path>
              </a:pathLst>
            </a:custGeom>
            <a:solidFill>
              <a:srgbClr val="E8223B"/>
            </a:solidFill>
            <a:ln cap="sq">
              <a:noFill/>
              <a:prstDash val="solid"/>
              <a:miter/>
            </a:ln>
          </p:spPr>
          <p:txBody>
            <a:bodyPr/>
            <a:lstStyle/>
            <a:p>
              <a:endParaRPr lang="en-IN"/>
            </a:p>
          </p:txBody>
        </p:sp>
        <p:sp>
          <p:nvSpPr>
            <p:cNvPr id="42" name="TextBox 42"/>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FFFFFF"/>
                  </a:solidFill>
                  <a:latin typeface="Helios Bold"/>
                  <a:ea typeface="Helios Bold"/>
                  <a:cs typeface="Helios Bold"/>
                  <a:sym typeface="Helios Bold"/>
                </a:rPr>
                <a:t>Add more sub-ideas</a:t>
              </a:r>
            </a:p>
          </p:txBody>
        </p:sp>
      </p:grpSp>
      <p:sp>
        <p:nvSpPr>
          <p:cNvPr id="43" name="AutoShape 43"/>
          <p:cNvSpPr/>
          <p:nvPr/>
        </p:nvSpPr>
        <p:spPr>
          <a:xfrm>
            <a:off x="8976146" y="7914268"/>
            <a:ext cx="1917096" cy="19050"/>
          </a:xfrm>
          <a:prstGeom prst="line">
            <a:avLst/>
          </a:prstGeom>
          <a:ln w="19050" cap="flat">
            <a:solidFill>
              <a:srgbClr val="2A2E3A"/>
            </a:solidFill>
            <a:prstDash val="lgDash"/>
            <a:headEnd type="none" w="sm" len="sm"/>
            <a:tailEnd type="arrow" w="med" len="sm"/>
          </a:ln>
        </p:spPr>
        <p:txBody>
          <a:bodyPr/>
          <a:lstStyle/>
          <a:p>
            <a:endParaRPr lang="en-IN"/>
          </a:p>
        </p:txBody>
      </p:sp>
      <p:grpSp>
        <p:nvGrpSpPr>
          <p:cNvPr id="44" name="Group 44"/>
          <p:cNvGrpSpPr/>
          <p:nvPr/>
        </p:nvGrpSpPr>
        <p:grpSpPr>
          <a:xfrm>
            <a:off x="11376974" y="8048621"/>
            <a:ext cx="2495550" cy="933450"/>
            <a:chOff x="0" y="0"/>
            <a:chExt cx="657264" cy="245847"/>
          </a:xfrm>
        </p:grpSpPr>
        <p:sp>
          <p:nvSpPr>
            <p:cNvPr id="45" name="Freeform 45"/>
            <p:cNvSpPr/>
            <p:nvPr/>
          </p:nvSpPr>
          <p:spPr>
            <a:xfrm>
              <a:off x="0" y="0"/>
              <a:ext cx="657264" cy="245847"/>
            </a:xfrm>
            <a:custGeom>
              <a:avLst/>
              <a:gdLst/>
              <a:ahLst/>
              <a:cxnLst/>
              <a:rect l="l" t="t" r="r" b="b"/>
              <a:pathLst>
                <a:path w="657264" h="245847">
                  <a:moveTo>
                    <a:pt x="0" y="0"/>
                  </a:moveTo>
                  <a:lnTo>
                    <a:pt x="657264" y="0"/>
                  </a:lnTo>
                  <a:lnTo>
                    <a:pt x="657264" y="245847"/>
                  </a:lnTo>
                  <a:lnTo>
                    <a:pt x="0" y="245847"/>
                  </a:lnTo>
                  <a:close/>
                </a:path>
              </a:pathLst>
            </a:custGeom>
            <a:solidFill>
              <a:srgbClr val="E8223B"/>
            </a:solidFill>
            <a:ln cap="sq">
              <a:noFill/>
              <a:prstDash val="solid"/>
              <a:miter/>
            </a:ln>
          </p:spPr>
          <p:txBody>
            <a:bodyPr/>
            <a:lstStyle/>
            <a:p>
              <a:endParaRPr lang="en-IN"/>
            </a:p>
          </p:txBody>
        </p:sp>
        <p:sp>
          <p:nvSpPr>
            <p:cNvPr id="46" name="TextBox 46"/>
            <p:cNvSpPr txBox="1"/>
            <p:nvPr/>
          </p:nvSpPr>
          <p:spPr>
            <a:xfrm>
              <a:off x="0" y="-38100"/>
              <a:ext cx="657264" cy="283947"/>
            </a:xfrm>
            <a:prstGeom prst="rect">
              <a:avLst/>
            </a:prstGeom>
          </p:spPr>
          <p:txBody>
            <a:bodyPr lIns="254000" tIns="254000" rIns="254000" bIns="254000" rtlCol="0" anchor="ctr"/>
            <a:lstStyle/>
            <a:p>
              <a:pPr algn="ctr">
                <a:lnSpc>
                  <a:spcPts val="2100"/>
                </a:lnSpc>
              </a:pPr>
              <a:r>
                <a:rPr lang="en-US" sz="1500">
                  <a:solidFill>
                    <a:srgbClr val="FFFFFF"/>
                  </a:solidFill>
                  <a:latin typeface="Helios Bold"/>
                  <a:ea typeface="Helios Bold"/>
                  <a:cs typeface="Helios Bold"/>
                  <a:sym typeface="Helios Bold"/>
                </a:rPr>
                <a:t>Add more sub-ideas</a:t>
              </a:r>
            </a:p>
          </p:txBody>
        </p:sp>
      </p:grpSp>
      <p:sp>
        <p:nvSpPr>
          <p:cNvPr id="47" name="AutoShape 47"/>
          <p:cNvSpPr/>
          <p:nvPr/>
        </p:nvSpPr>
        <p:spPr>
          <a:xfrm>
            <a:off x="10233916" y="7862883"/>
            <a:ext cx="1504692"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48" name="AutoShape 48"/>
          <p:cNvSpPr/>
          <p:nvPr/>
        </p:nvSpPr>
        <p:spPr>
          <a:xfrm>
            <a:off x="13527319" y="7759428"/>
            <a:ext cx="1959037" cy="19050"/>
          </a:xfrm>
          <a:prstGeom prst="line">
            <a:avLst/>
          </a:prstGeom>
          <a:ln w="19050" cap="flat">
            <a:solidFill>
              <a:srgbClr val="2A2E3A"/>
            </a:solidFill>
            <a:prstDash val="lgDash"/>
            <a:headEnd type="none" w="sm" len="sm"/>
            <a:tailEnd type="arrow" w="med" len="sm"/>
          </a:ln>
        </p:spPr>
        <p:txBody>
          <a:bodyPr/>
          <a:lstStyle/>
          <a:p>
            <a:endParaRPr lang="en-IN"/>
          </a:p>
        </p:txBody>
      </p:sp>
      <p:sp>
        <p:nvSpPr>
          <p:cNvPr id="49" name="AutoShape 49"/>
          <p:cNvSpPr/>
          <p:nvPr/>
        </p:nvSpPr>
        <p:spPr>
          <a:xfrm>
            <a:off x="13872514" y="8501676"/>
            <a:ext cx="1668203" cy="19050"/>
          </a:xfrm>
          <a:prstGeom prst="line">
            <a:avLst/>
          </a:prstGeom>
          <a:ln w="19050" cap="flat">
            <a:solidFill>
              <a:srgbClr val="2A2E3A"/>
            </a:solidFill>
            <a:prstDash val="lgDash"/>
            <a:headEnd type="none" w="sm" len="sm"/>
            <a:tailEnd type="arrow" w="med" len="sm"/>
          </a:ln>
        </p:spPr>
        <p:txBody>
          <a:bodyPr/>
          <a:lstStyle/>
          <a:p>
            <a:endParaRPr lang="en-IN"/>
          </a:p>
        </p:txBody>
      </p:sp>
      <p:grpSp>
        <p:nvGrpSpPr>
          <p:cNvPr id="50" name="Group 50"/>
          <p:cNvGrpSpPr/>
          <p:nvPr/>
        </p:nvGrpSpPr>
        <p:grpSpPr>
          <a:xfrm>
            <a:off x="14607257" y="6082252"/>
            <a:ext cx="1866900" cy="940308"/>
            <a:chOff x="0" y="0"/>
            <a:chExt cx="491694" cy="247653"/>
          </a:xfrm>
        </p:grpSpPr>
        <p:sp>
          <p:nvSpPr>
            <p:cNvPr id="51" name="Freeform 51"/>
            <p:cNvSpPr/>
            <p:nvPr/>
          </p:nvSpPr>
          <p:spPr>
            <a:xfrm>
              <a:off x="0" y="0"/>
              <a:ext cx="491694" cy="247653"/>
            </a:xfrm>
            <a:custGeom>
              <a:avLst/>
              <a:gdLst/>
              <a:ahLst/>
              <a:cxnLst/>
              <a:rect l="l" t="t" r="r" b="b"/>
              <a:pathLst>
                <a:path w="491694" h="247653">
                  <a:moveTo>
                    <a:pt x="0" y="0"/>
                  </a:moveTo>
                  <a:lnTo>
                    <a:pt x="491694" y="0"/>
                  </a:lnTo>
                  <a:lnTo>
                    <a:pt x="491694" y="247653"/>
                  </a:lnTo>
                  <a:lnTo>
                    <a:pt x="0" y="247653"/>
                  </a:lnTo>
                  <a:close/>
                </a:path>
              </a:pathLst>
            </a:custGeom>
            <a:solidFill>
              <a:srgbClr val="FFFFFF"/>
            </a:solidFill>
            <a:ln w="9525" cap="sq">
              <a:solidFill>
                <a:srgbClr val="2A2E3A"/>
              </a:solidFill>
              <a:prstDash val="solid"/>
              <a:miter/>
            </a:ln>
          </p:spPr>
          <p:txBody>
            <a:bodyPr/>
            <a:lstStyle/>
            <a:p>
              <a:endParaRPr lang="en-IN"/>
            </a:p>
          </p:txBody>
        </p:sp>
        <p:sp>
          <p:nvSpPr>
            <p:cNvPr id="52" name="TextBox 52"/>
            <p:cNvSpPr txBox="1"/>
            <p:nvPr/>
          </p:nvSpPr>
          <p:spPr>
            <a:xfrm>
              <a:off x="0" y="-38100"/>
              <a:ext cx="491694" cy="285753"/>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even more sub-ideas</a:t>
              </a:r>
            </a:p>
          </p:txBody>
        </p:sp>
      </p:grpSp>
      <p:grpSp>
        <p:nvGrpSpPr>
          <p:cNvPr id="53" name="Group 53"/>
          <p:cNvGrpSpPr/>
          <p:nvPr/>
        </p:nvGrpSpPr>
        <p:grpSpPr>
          <a:xfrm>
            <a:off x="15540707" y="8032263"/>
            <a:ext cx="1866900" cy="940308"/>
            <a:chOff x="0" y="0"/>
            <a:chExt cx="491694" cy="247653"/>
          </a:xfrm>
        </p:grpSpPr>
        <p:sp>
          <p:nvSpPr>
            <p:cNvPr id="54" name="Freeform 54"/>
            <p:cNvSpPr/>
            <p:nvPr/>
          </p:nvSpPr>
          <p:spPr>
            <a:xfrm>
              <a:off x="0" y="0"/>
              <a:ext cx="491694" cy="247653"/>
            </a:xfrm>
            <a:custGeom>
              <a:avLst/>
              <a:gdLst/>
              <a:ahLst/>
              <a:cxnLst/>
              <a:rect l="l" t="t" r="r" b="b"/>
              <a:pathLst>
                <a:path w="491694" h="247653">
                  <a:moveTo>
                    <a:pt x="0" y="0"/>
                  </a:moveTo>
                  <a:lnTo>
                    <a:pt x="491694" y="0"/>
                  </a:lnTo>
                  <a:lnTo>
                    <a:pt x="491694" y="247653"/>
                  </a:lnTo>
                  <a:lnTo>
                    <a:pt x="0" y="247653"/>
                  </a:lnTo>
                  <a:close/>
                </a:path>
              </a:pathLst>
            </a:custGeom>
            <a:solidFill>
              <a:srgbClr val="FFFFFF"/>
            </a:solidFill>
            <a:ln w="9525" cap="sq">
              <a:solidFill>
                <a:srgbClr val="2A2E3A"/>
              </a:solidFill>
              <a:prstDash val="solid"/>
              <a:miter/>
            </a:ln>
          </p:spPr>
          <p:txBody>
            <a:bodyPr/>
            <a:lstStyle/>
            <a:p>
              <a:endParaRPr lang="en-IN"/>
            </a:p>
          </p:txBody>
        </p:sp>
        <p:sp>
          <p:nvSpPr>
            <p:cNvPr id="55" name="TextBox 55"/>
            <p:cNvSpPr txBox="1"/>
            <p:nvPr/>
          </p:nvSpPr>
          <p:spPr>
            <a:xfrm>
              <a:off x="0" y="-38100"/>
              <a:ext cx="491694" cy="285753"/>
            </a:xfrm>
            <a:prstGeom prst="rect">
              <a:avLst/>
            </a:prstGeom>
          </p:spPr>
          <p:txBody>
            <a:bodyPr lIns="254000" tIns="254000" rIns="254000" bIns="254000" rtlCol="0" anchor="ctr"/>
            <a:lstStyle/>
            <a:p>
              <a:pPr algn="ctr">
                <a:lnSpc>
                  <a:spcPts val="2100"/>
                </a:lnSpc>
              </a:pPr>
              <a:r>
                <a:rPr lang="en-US" sz="1500">
                  <a:solidFill>
                    <a:srgbClr val="2A2E3A"/>
                  </a:solidFill>
                  <a:latin typeface="Helios Bold"/>
                  <a:ea typeface="Helios Bold"/>
                  <a:cs typeface="Helios Bold"/>
                  <a:sym typeface="Helios Bold"/>
                </a:rPr>
                <a:t>Add even more sub-ideas</a:t>
              </a:r>
            </a:p>
          </p:txBody>
        </p:sp>
      </p:grpSp>
      <p:sp>
        <p:nvSpPr>
          <p:cNvPr id="56" name="TextBox 56"/>
          <p:cNvSpPr txBox="1"/>
          <p:nvPr/>
        </p:nvSpPr>
        <p:spPr>
          <a:xfrm>
            <a:off x="1028700" y="1019175"/>
            <a:ext cx="4632039" cy="2752725"/>
          </a:xfrm>
          <a:prstGeom prst="rect">
            <a:avLst/>
          </a:prstGeom>
        </p:spPr>
        <p:txBody>
          <a:bodyPr lIns="0" tIns="0" rIns="0" bIns="0" rtlCol="0" anchor="t">
            <a:spAutoFit/>
          </a:bodyPr>
          <a:lstStyle/>
          <a:p>
            <a:pPr algn="l">
              <a:lnSpc>
                <a:spcPts val="7200"/>
              </a:lnSpc>
            </a:pPr>
            <a:r>
              <a:rPr lang="en-US" sz="6000">
                <a:solidFill>
                  <a:srgbClr val="FFFFFF"/>
                </a:solidFill>
                <a:latin typeface="TT Hoves Bold"/>
                <a:ea typeface="TT Hoves Bold"/>
                <a:cs typeface="TT Hoves Bold"/>
                <a:sym typeface="TT Hoves Bold"/>
              </a:rPr>
              <a:t>Collaborate on a Whiteboard</a:t>
            </a:r>
          </a:p>
        </p:txBody>
      </p:sp>
      <p:grpSp>
        <p:nvGrpSpPr>
          <p:cNvPr id="57" name="Group 57"/>
          <p:cNvGrpSpPr/>
          <p:nvPr/>
        </p:nvGrpSpPr>
        <p:grpSpPr>
          <a:xfrm>
            <a:off x="1028700" y="6935622"/>
            <a:ext cx="4290305" cy="2292401"/>
            <a:chOff x="0" y="0"/>
            <a:chExt cx="3236668" cy="1729420"/>
          </a:xfrm>
        </p:grpSpPr>
        <p:sp>
          <p:nvSpPr>
            <p:cNvPr id="58" name="Freeform 58"/>
            <p:cNvSpPr/>
            <p:nvPr/>
          </p:nvSpPr>
          <p:spPr>
            <a:xfrm>
              <a:off x="0" y="0"/>
              <a:ext cx="3236668" cy="1729420"/>
            </a:xfrm>
            <a:custGeom>
              <a:avLst/>
              <a:gdLst/>
              <a:ahLst/>
              <a:cxnLst/>
              <a:rect l="l" t="t" r="r" b="b"/>
              <a:pathLst>
                <a:path w="3236668" h="1729420">
                  <a:moveTo>
                    <a:pt x="54135" y="0"/>
                  </a:moveTo>
                  <a:lnTo>
                    <a:pt x="3182532" y="0"/>
                  </a:lnTo>
                  <a:cubicBezTo>
                    <a:pt x="3212430" y="0"/>
                    <a:pt x="3236668" y="24237"/>
                    <a:pt x="3236668" y="54135"/>
                  </a:cubicBezTo>
                  <a:lnTo>
                    <a:pt x="3236668" y="1675285"/>
                  </a:lnTo>
                  <a:cubicBezTo>
                    <a:pt x="3236668" y="1689642"/>
                    <a:pt x="3230964" y="1703412"/>
                    <a:pt x="3220812" y="1713564"/>
                  </a:cubicBezTo>
                  <a:cubicBezTo>
                    <a:pt x="3210659" y="1723717"/>
                    <a:pt x="3196890" y="1729420"/>
                    <a:pt x="3182532" y="1729420"/>
                  </a:cubicBezTo>
                  <a:lnTo>
                    <a:pt x="54135" y="1729420"/>
                  </a:lnTo>
                  <a:cubicBezTo>
                    <a:pt x="24237" y="1729420"/>
                    <a:pt x="0" y="1705183"/>
                    <a:pt x="0" y="1675285"/>
                  </a:cubicBezTo>
                  <a:lnTo>
                    <a:pt x="0" y="54135"/>
                  </a:lnTo>
                  <a:cubicBezTo>
                    <a:pt x="0" y="39778"/>
                    <a:pt x="5704" y="26008"/>
                    <a:pt x="15856" y="15856"/>
                  </a:cubicBezTo>
                  <a:cubicBezTo>
                    <a:pt x="26008" y="5704"/>
                    <a:pt x="39778" y="0"/>
                    <a:pt x="54135" y="0"/>
                  </a:cubicBezTo>
                  <a:close/>
                </a:path>
              </a:pathLst>
            </a:custGeom>
            <a:solidFill>
              <a:srgbClr val="FFFFFF"/>
            </a:solidFill>
            <a:ln w="9525" cap="rnd">
              <a:solidFill>
                <a:srgbClr val="2A2E3A"/>
              </a:solidFill>
              <a:prstDash val="solid"/>
              <a:round/>
            </a:ln>
          </p:spPr>
          <p:txBody>
            <a:bodyPr/>
            <a:lstStyle/>
            <a:p>
              <a:endParaRPr lang="en-IN"/>
            </a:p>
          </p:txBody>
        </p:sp>
        <p:sp>
          <p:nvSpPr>
            <p:cNvPr id="59" name="TextBox 59"/>
            <p:cNvSpPr txBox="1"/>
            <p:nvPr/>
          </p:nvSpPr>
          <p:spPr>
            <a:xfrm>
              <a:off x="0" y="-28575"/>
              <a:ext cx="3236668" cy="1757995"/>
            </a:xfrm>
            <a:prstGeom prst="rect">
              <a:avLst/>
            </a:prstGeom>
          </p:spPr>
          <p:txBody>
            <a:bodyPr lIns="190500" tIns="190500" rIns="190500" bIns="190500" rtlCol="0" anchor="ctr"/>
            <a:lstStyle/>
            <a:p>
              <a:pPr algn="l">
                <a:lnSpc>
                  <a:spcPts val="1960"/>
                </a:lnSpc>
              </a:pPr>
              <a:r>
                <a:rPr lang="en-US" sz="1400">
                  <a:solidFill>
                    <a:srgbClr val="2A2E3A"/>
                  </a:solidFill>
                  <a:latin typeface="Helios Bold"/>
                  <a:ea typeface="Helios Bold"/>
                  <a:cs typeface="Helios Bold"/>
                  <a:sym typeface="Helios Bold"/>
                </a:rPr>
                <a:t>Tip: </a:t>
              </a:r>
              <a:r>
                <a:rPr lang="en-US" sz="1400">
                  <a:solidFill>
                    <a:srgbClr val="2A2E3A"/>
                  </a:solidFill>
                  <a:latin typeface="Helios"/>
                  <a:ea typeface="Helios"/>
                  <a:cs typeface="Helios"/>
                  <a:sym typeface="Helios"/>
                </a:rPr>
                <a:t>Collaboration makes teamwork easier! Click "Share" and invite your teammates to fill this up. Use this page for bulletins, brainstorms, and other fun team ideas. </a:t>
              </a:r>
            </a:p>
            <a:p>
              <a:pPr algn="l">
                <a:lnSpc>
                  <a:spcPts val="1960"/>
                </a:lnSpc>
              </a:pPr>
              <a:endParaRPr lang="en-US" sz="1400">
                <a:solidFill>
                  <a:srgbClr val="2A2E3A"/>
                </a:solidFill>
                <a:latin typeface="Helios"/>
                <a:ea typeface="Helios"/>
                <a:cs typeface="Helios"/>
                <a:sym typeface="Helios"/>
              </a:endParaRPr>
            </a:p>
            <a:p>
              <a:pPr algn="l">
                <a:lnSpc>
                  <a:spcPts val="1960"/>
                </a:lnSpc>
              </a:pPr>
              <a:r>
                <a:rPr lang="en-US" sz="1400">
                  <a:solidFill>
                    <a:srgbClr val="2A2E3A"/>
                  </a:solidFill>
                  <a:latin typeface="Helios Bold"/>
                  <a:ea typeface="Helios Bold"/>
                  <a:cs typeface="Helios Bold"/>
                  <a:sym typeface="Helios Bold"/>
                </a:rPr>
                <a:t>Right-click</a:t>
              </a:r>
              <a:r>
                <a:rPr lang="en-US" sz="1400">
                  <a:solidFill>
                    <a:srgbClr val="2A2E3A"/>
                  </a:solidFill>
                  <a:latin typeface="Helios"/>
                  <a:ea typeface="Helios"/>
                  <a:cs typeface="Helios"/>
                  <a:sym typeface="Helios"/>
                </a:rPr>
                <a:t> on the </a:t>
              </a:r>
              <a:r>
                <a:rPr lang="en-US" sz="1400">
                  <a:solidFill>
                    <a:srgbClr val="2A2E3A"/>
                  </a:solidFill>
                  <a:latin typeface="Helios Bold"/>
                  <a:ea typeface="Helios Bold"/>
                  <a:cs typeface="Helios Bold"/>
                  <a:sym typeface="Helios Bold"/>
                </a:rPr>
                <a:t>background</a:t>
              </a:r>
              <a:r>
                <a:rPr lang="en-US" sz="1400">
                  <a:solidFill>
                    <a:srgbClr val="2A2E3A"/>
                  </a:solidFill>
                  <a:latin typeface="Helios"/>
                  <a:ea typeface="Helios"/>
                  <a:cs typeface="Helios"/>
                  <a:sym typeface="Helios"/>
                </a:rPr>
                <a:t> of the slide, or on the </a:t>
              </a:r>
              <a:r>
                <a:rPr lang="en-US" sz="1400">
                  <a:solidFill>
                    <a:srgbClr val="2A2E3A"/>
                  </a:solidFill>
                  <a:latin typeface="Helios Bold"/>
                  <a:ea typeface="Helios Bold"/>
                  <a:cs typeface="Helios Bold"/>
                  <a:sym typeface="Helios Bold"/>
                </a:rPr>
                <a:t>thumbnail</a:t>
              </a:r>
              <a:r>
                <a:rPr lang="en-US" sz="1400">
                  <a:solidFill>
                    <a:srgbClr val="2A2E3A"/>
                  </a:solidFill>
                  <a:latin typeface="Helios"/>
                  <a:ea typeface="Helios"/>
                  <a:cs typeface="Helios"/>
                  <a:sym typeface="Helios"/>
                </a:rPr>
                <a:t> below, for the option to </a:t>
              </a:r>
              <a:r>
                <a:rPr lang="en-US" sz="1400">
                  <a:solidFill>
                    <a:srgbClr val="2A2E3A"/>
                  </a:solidFill>
                  <a:latin typeface="Helios Bold"/>
                  <a:ea typeface="Helios Bold"/>
                  <a:cs typeface="Helios Bold"/>
                  <a:sym typeface="Helios Bold"/>
                </a:rPr>
                <a:t>expand</a:t>
              </a:r>
              <a:r>
                <a:rPr lang="en-US" sz="1400">
                  <a:solidFill>
                    <a:srgbClr val="2A2E3A"/>
                  </a:solidFill>
                  <a:latin typeface="Helios"/>
                  <a:ea typeface="Helios"/>
                  <a:cs typeface="Helios"/>
                  <a:sym typeface="Helios"/>
                </a:rPr>
                <a:t> this page into a </a:t>
              </a:r>
              <a:r>
                <a:rPr lang="en-US" sz="1400">
                  <a:solidFill>
                    <a:srgbClr val="2A2E3A"/>
                  </a:solidFill>
                  <a:latin typeface="Helios Bold"/>
                  <a:ea typeface="Helios Bold"/>
                  <a:cs typeface="Helios Bold"/>
                  <a:sym typeface="Helios Bold"/>
                </a:rPr>
                <a:t>whiteboard</a:t>
              </a:r>
              <a:r>
                <a:rPr lang="en-US" sz="1400">
                  <a:solidFill>
                    <a:srgbClr val="2A2E3A"/>
                  </a:solidFill>
                  <a:latin typeface="Helios"/>
                  <a:ea typeface="Helios"/>
                  <a:cs typeface="Helios"/>
                  <a:sym typeface="Helios"/>
                </a:rPr>
                <a:t> for more space!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854590" y="1028700"/>
            <a:ext cx="2404710" cy="240471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A20E20"/>
            </a:solidFill>
          </p:spPr>
          <p:txBody>
            <a:bodyPr/>
            <a:lstStyle/>
            <a:p>
              <a:endParaRPr lang="en-IN"/>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a:off x="14915901" y="4088937"/>
            <a:ext cx="2222164" cy="2585791"/>
            <a:chOff x="0" y="0"/>
            <a:chExt cx="698500" cy="812800"/>
          </a:xfrm>
        </p:grpSpPr>
        <p:sp>
          <p:nvSpPr>
            <p:cNvPr id="6" name="Freeform 6"/>
            <p:cNvSpPr/>
            <p:nvPr/>
          </p:nvSpPr>
          <p:spPr>
            <a:xfrm>
              <a:off x="0" y="0"/>
              <a:ext cx="698500" cy="812800"/>
            </a:xfrm>
            <a:custGeom>
              <a:avLst/>
              <a:gdLst/>
              <a:ahLst/>
              <a:cxnLst/>
              <a:rect l="l" t="t" r="r" b="b"/>
              <a:pathLst>
                <a:path w="698500" h="812800">
                  <a:moveTo>
                    <a:pt x="349250" y="0"/>
                  </a:moveTo>
                  <a:lnTo>
                    <a:pt x="698500" y="203200"/>
                  </a:lnTo>
                  <a:lnTo>
                    <a:pt x="698500" y="609600"/>
                  </a:lnTo>
                  <a:lnTo>
                    <a:pt x="349250" y="812800"/>
                  </a:lnTo>
                  <a:lnTo>
                    <a:pt x="0" y="609600"/>
                  </a:lnTo>
                  <a:lnTo>
                    <a:pt x="0" y="203200"/>
                  </a:lnTo>
                  <a:lnTo>
                    <a:pt x="349250" y="0"/>
                  </a:lnTo>
                  <a:close/>
                </a:path>
              </a:pathLst>
            </a:custGeom>
            <a:solidFill>
              <a:srgbClr val="A20E20"/>
            </a:solidFill>
          </p:spPr>
          <p:txBody>
            <a:bodyPr/>
            <a:lstStyle/>
            <a:p>
              <a:endParaRPr lang="en-IN"/>
            </a:p>
          </p:txBody>
        </p:sp>
        <p:sp>
          <p:nvSpPr>
            <p:cNvPr id="7" name="TextBox 7"/>
            <p:cNvSpPr txBox="1"/>
            <p:nvPr/>
          </p:nvSpPr>
          <p:spPr>
            <a:xfrm>
              <a:off x="0" y="101600"/>
              <a:ext cx="698500" cy="571500"/>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a:off x="0" y="0"/>
            <a:ext cx="6479889" cy="10287000"/>
            <a:chOff x="0" y="0"/>
            <a:chExt cx="1706637" cy="2709333"/>
          </a:xfrm>
        </p:grpSpPr>
        <p:sp>
          <p:nvSpPr>
            <p:cNvPr id="9" name="Freeform 9"/>
            <p:cNvSpPr/>
            <p:nvPr/>
          </p:nvSpPr>
          <p:spPr>
            <a:xfrm>
              <a:off x="0" y="0"/>
              <a:ext cx="1706637" cy="2709333"/>
            </a:xfrm>
            <a:custGeom>
              <a:avLst/>
              <a:gdLst/>
              <a:ahLst/>
              <a:cxnLst/>
              <a:rect l="l" t="t" r="r" b="b"/>
              <a:pathLst>
                <a:path w="1706637" h="2709333">
                  <a:moveTo>
                    <a:pt x="0" y="0"/>
                  </a:moveTo>
                  <a:lnTo>
                    <a:pt x="1706637" y="0"/>
                  </a:lnTo>
                  <a:lnTo>
                    <a:pt x="1706637" y="2709333"/>
                  </a:lnTo>
                  <a:lnTo>
                    <a:pt x="0" y="2709333"/>
                  </a:lnTo>
                  <a:close/>
                </a:path>
              </a:pathLst>
            </a:custGeom>
            <a:solidFill>
              <a:srgbClr val="E8223B"/>
            </a:solidFill>
          </p:spPr>
          <p:txBody>
            <a:bodyPr/>
            <a:lstStyle/>
            <a:p>
              <a:endParaRPr lang="en-IN"/>
            </a:p>
          </p:txBody>
        </p:sp>
        <p:sp>
          <p:nvSpPr>
            <p:cNvPr id="10" name="TextBox 10"/>
            <p:cNvSpPr txBox="1"/>
            <p:nvPr/>
          </p:nvSpPr>
          <p:spPr>
            <a:xfrm>
              <a:off x="0" y="-28575"/>
              <a:ext cx="1706637" cy="2737908"/>
            </a:xfrm>
            <a:prstGeom prst="rect">
              <a:avLst/>
            </a:prstGeom>
          </p:spPr>
          <p:txBody>
            <a:bodyPr lIns="50800" tIns="50800" rIns="50800" bIns="50800" rtlCol="0" anchor="ctr"/>
            <a:lstStyle/>
            <a:p>
              <a:pPr algn="ctr">
                <a:lnSpc>
                  <a:spcPts val="2100"/>
                </a:lnSpc>
              </a:pPr>
              <a:endParaRPr/>
            </a:p>
          </p:txBody>
        </p:sp>
      </p:grpSp>
      <p:grpSp>
        <p:nvGrpSpPr>
          <p:cNvPr id="11" name="Group 11"/>
          <p:cNvGrpSpPr/>
          <p:nvPr/>
        </p:nvGrpSpPr>
        <p:grpSpPr>
          <a:xfrm>
            <a:off x="7760292" y="4238509"/>
            <a:ext cx="3248291" cy="2436218"/>
            <a:chOff x="0" y="0"/>
            <a:chExt cx="812800" cy="609600"/>
          </a:xfrm>
        </p:grpSpPr>
        <p:sp>
          <p:nvSpPr>
            <p:cNvPr id="12" name="Freeform 12"/>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A20E20"/>
            </a:solidFill>
          </p:spPr>
          <p:txBody>
            <a:bodyPr/>
            <a:lstStyle/>
            <a:p>
              <a:endParaRPr lang="en-IN"/>
            </a:p>
          </p:txBody>
        </p:sp>
        <p:sp>
          <p:nvSpPr>
            <p:cNvPr id="13" name="TextBox 13"/>
            <p:cNvSpPr txBox="1"/>
            <p:nvPr/>
          </p:nvSpPr>
          <p:spPr>
            <a:xfrm>
              <a:off x="101600" y="-38100"/>
              <a:ext cx="609600" cy="647700"/>
            </a:xfrm>
            <a:prstGeom prst="rect">
              <a:avLst/>
            </a:prstGeom>
          </p:spPr>
          <p:txBody>
            <a:bodyPr lIns="50800" tIns="50800" rIns="50800" bIns="50800" rtlCol="0" anchor="ctr"/>
            <a:lstStyle/>
            <a:p>
              <a:pPr algn="ctr">
                <a:lnSpc>
                  <a:spcPts val="2100"/>
                </a:lnSpc>
              </a:pPr>
              <a:endParaRPr/>
            </a:p>
          </p:txBody>
        </p:sp>
      </p:grpSp>
      <p:grpSp>
        <p:nvGrpSpPr>
          <p:cNvPr id="14" name="Group 14"/>
          <p:cNvGrpSpPr/>
          <p:nvPr/>
        </p:nvGrpSpPr>
        <p:grpSpPr>
          <a:xfrm>
            <a:off x="11339500" y="4238509"/>
            <a:ext cx="3248291" cy="2436218"/>
            <a:chOff x="0" y="0"/>
            <a:chExt cx="812800" cy="609600"/>
          </a:xfrm>
        </p:grpSpPr>
        <p:sp>
          <p:nvSpPr>
            <p:cNvPr id="15" name="Freeform 15"/>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A20E20"/>
            </a:solidFill>
          </p:spPr>
          <p:txBody>
            <a:bodyPr/>
            <a:lstStyle/>
            <a:p>
              <a:endParaRPr lang="en-IN"/>
            </a:p>
          </p:txBody>
        </p:sp>
        <p:sp>
          <p:nvSpPr>
            <p:cNvPr id="16" name="TextBox 16"/>
            <p:cNvSpPr txBox="1"/>
            <p:nvPr/>
          </p:nvSpPr>
          <p:spPr>
            <a:xfrm>
              <a:off x="101600" y="-38100"/>
              <a:ext cx="609600" cy="647700"/>
            </a:xfrm>
            <a:prstGeom prst="rect">
              <a:avLst/>
            </a:prstGeom>
          </p:spPr>
          <p:txBody>
            <a:bodyPr lIns="50800" tIns="50800" rIns="50800" bIns="50800" rtlCol="0" anchor="ctr"/>
            <a:lstStyle/>
            <a:p>
              <a:pPr algn="ctr">
                <a:lnSpc>
                  <a:spcPts val="2100"/>
                </a:lnSpc>
              </a:pPr>
              <a:endParaRPr/>
            </a:p>
          </p:txBody>
        </p:sp>
      </p:grpSp>
      <p:grpSp>
        <p:nvGrpSpPr>
          <p:cNvPr id="17" name="Group 17"/>
          <p:cNvGrpSpPr/>
          <p:nvPr/>
        </p:nvGrpSpPr>
        <p:grpSpPr>
          <a:xfrm>
            <a:off x="10966572" y="1028700"/>
            <a:ext cx="3206280" cy="2404710"/>
            <a:chOff x="0" y="0"/>
            <a:chExt cx="812800" cy="609600"/>
          </a:xfrm>
        </p:grpSpPr>
        <p:sp>
          <p:nvSpPr>
            <p:cNvPr id="18" name="Freeform 18"/>
            <p:cNvSpPr/>
            <p:nvPr/>
          </p:nvSpPr>
          <p:spPr>
            <a:xfrm>
              <a:off x="0" y="0"/>
              <a:ext cx="812800" cy="609600"/>
            </a:xfrm>
            <a:custGeom>
              <a:avLst/>
              <a:gdLst/>
              <a:ahLst/>
              <a:cxnLst/>
              <a:rect l="l" t="t" r="r" b="b"/>
              <a:pathLst>
                <a:path w="812800" h="609600">
                  <a:moveTo>
                    <a:pt x="203200" y="0"/>
                  </a:moveTo>
                  <a:lnTo>
                    <a:pt x="609600" y="0"/>
                  </a:lnTo>
                  <a:lnTo>
                    <a:pt x="812800" y="609600"/>
                  </a:lnTo>
                  <a:lnTo>
                    <a:pt x="0" y="609600"/>
                  </a:lnTo>
                  <a:lnTo>
                    <a:pt x="203200" y="0"/>
                  </a:lnTo>
                  <a:close/>
                </a:path>
              </a:pathLst>
            </a:custGeom>
            <a:solidFill>
              <a:srgbClr val="A20E20"/>
            </a:solidFill>
          </p:spPr>
          <p:txBody>
            <a:bodyPr/>
            <a:lstStyle/>
            <a:p>
              <a:endParaRPr lang="en-IN"/>
            </a:p>
          </p:txBody>
        </p:sp>
        <p:sp>
          <p:nvSpPr>
            <p:cNvPr id="19" name="TextBox 19"/>
            <p:cNvSpPr txBox="1"/>
            <p:nvPr/>
          </p:nvSpPr>
          <p:spPr>
            <a:xfrm>
              <a:off x="127000" y="-38100"/>
              <a:ext cx="558800" cy="647700"/>
            </a:xfrm>
            <a:prstGeom prst="rect">
              <a:avLst/>
            </a:prstGeom>
          </p:spPr>
          <p:txBody>
            <a:bodyPr lIns="50800" tIns="50800" rIns="50800" bIns="50800" rtlCol="0" anchor="ctr"/>
            <a:lstStyle/>
            <a:p>
              <a:pPr algn="ctr">
                <a:lnSpc>
                  <a:spcPts val="2100"/>
                </a:lnSpc>
              </a:pPr>
              <a:endParaRPr/>
            </a:p>
          </p:txBody>
        </p:sp>
      </p:grpSp>
      <p:grpSp>
        <p:nvGrpSpPr>
          <p:cNvPr id="20" name="Group 20"/>
          <p:cNvGrpSpPr/>
          <p:nvPr/>
        </p:nvGrpSpPr>
        <p:grpSpPr>
          <a:xfrm>
            <a:off x="7760292" y="1028700"/>
            <a:ext cx="3206280" cy="2404710"/>
            <a:chOff x="0" y="0"/>
            <a:chExt cx="812800" cy="609600"/>
          </a:xfrm>
        </p:grpSpPr>
        <p:sp>
          <p:nvSpPr>
            <p:cNvPr id="21" name="Freeform 21"/>
            <p:cNvSpPr/>
            <p:nvPr/>
          </p:nvSpPr>
          <p:spPr>
            <a:xfrm>
              <a:off x="0" y="0"/>
              <a:ext cx="812800" cy="609600"/>
            </a:xfrm>
            <a:custGeom>
              <a:avLst/>
              <a:gdLst/>
              <a:ahLst/>
              <a:cxnLst/>
              <a:rect l="l" t="t" r="r" b="b"/>
              <a:pathLst>
                <a:path w="812800" h="609600">
                  <a:moveTo>
                    <a:pt x="203200" y="609600"/>
                  </a:moveTo>
                  <a:lnTo>
                    <a:pt x="609600" y="609600"/>
                  </a:lnTo>
                  <a:lnTo>
                    <a:pt x="812800" y="0"/>
                  </a:lnTo>
                  <a:lnTo>
                    <a:pt x="0" y="0"/>
                  </a:lnTo>
                  <a:lnTo>
                    <a:pt x="203200" y="609600"/>
                  </a:lnTo>
                  <a:close/>
                </a:path>
              </a:pathLst>
            </a:custGeom>
            <a:solidFill>
              <a:srgbClr val="A20E20"/>
            </a:solidFill>
          </p:spPr>
          <p:txBody>
            <a:bodyPr/>
            <a:lstStyle/>
            <a:p>
              <a:endParaRPr lang="en-IN"/>
            </a:p>
          </p:txBody>
        </p:sp>
        <p:sp>
          <p:nvSpPr>
            <p:cNvPr id="22" name="TextBox 22"/>
            <p:cNvSpPr txBox="1"/>
            <p:nvPr/>
          </p:nvSpPr>
          <p:spPr>
            <a:xfrm>
              <a:off x="127000" y="-38100"/>
              <a:ext cx="558800" cy="647700"/>
            </a:xfrm>
            <a:prstGeom prst="rect">
              <a:avLst/>
            </a:prstGeom>
          </p:spPr>
          <p:txBody>
            <a:bodyPr lIns="50800" tIns="50800" rIns="50800" bIns="50800" rtlCol="0" anchor="ctr"/>
            <a:lstStyle/>
            <a:p>
              <a:pPr algn="ctr">
                <a:lnSpc>
                  <a:spcPts val="2100"/>
                </a:lnSpc>
              </a:pPr>
              <a:endParaRPr/>
            </a:p>
          </p:txBody>
        </p:sp>
      </p:grpSp>
      <p:grpSp>
        <p:nvGrpSpPr>
          <p:cNvPr id="23" name="Group 23"/>
          <p:cNvGrpSpPr/>
          <p:nvPr/>
        </p:nvGrpSpPr>
        <p:grpSpPr>
          <a:xfrm>
            <a:off x="11365121" y="7331952"/>
            <a:ext cx="2201540" cy="1926348"/>
            <a:chOff x="0" y="0"/>
            <a:chExt cx="812800" cy="711200"/>
          </a:xfrm>
        </p:grpSpPr>
        <p:sp>
          <p:nvSpPr>
            <p:cNvPr id="24" name="Freeform 24"/>
            <p:cNvSpPr/>
            <p:nvPr/>
          </p:nvSpPr>
          <p:spPr>
            <a:xfrm>
              <a:off x="0" y="0"/>
              <a:ext cx="812800" cy="711200"/>
            </a:xfrm>
            <a:custGeom>
              <a:avLst/>
              <a:gdLst/>
              <a:ahLst/>
              <a:cxnLst/>
              <a:rect l="l" t="t" r="r" b="b"/>
              <a:pathLst>
                <a:path w="812800" h="711200">
                  <a:moveTo>
                    <a:pt x="0" y="50800"/>
                  </a:moveTo>
                  <a:lnTo>
                    <a:pt x="406400" y="0"/>
                  </a:lnTo>
                  <a:lnTo>
                    <a:pt x="812800" y="50800"/>
                  </a:lnTo>
                  <a:lnTo>
                    <a:pt x="812800" y="660400"/>
                  </a:lnTo>
                  <a:lnTo>
                    <a:pt x="406400" y="711200"/>
                  </a:lnTo>
                  <a:lnTo>
                    <a:pt x="0" y="660400"/>
                  </a:lnTo>
                  <a:lnTo>
                    <a:pt x="0" y="50800"/>
                  </a:lnTo>
                  <a:close/>
                </a:path>
              </a:pathLst>
            </a:custGeom>
            <a:solidFill>
              <a:srgbClr val="A20E20"/>
            </a:solidFill>
          </p:spPr>
          <p:txBody>
            <a:bodyPr/>
            <a:lstStyle/>
            <a:p>
              <a:endParaRPr lang="en-IN"/>
            </a:p>
          </p:txBody>
        </p:sp>
        <p:sp>
          <p:nvSpPr>
            <p:cNvPr id="25" name="TextBox 25"/>
            <p:cNvSpPr txBox="1"/>
            <p:nvPr/>
          </p:nvSpPr>
          <p:spPr>
            <a:xfrm>
              <a:off x="0" y="-12700"/>
              <a:ext cx="812800" cy="698500"/>
            </a:xfrm>
            <a:prstGeom prst="rect">
              <a:avLst/>
            </a:prstGeom>
          </p:spPr>
          <p:txBody>
            <a:bodyPr lIns="50800" tIns="50800" rIns="50800" bIns="50800" rtlCol="0" anchor="ctr"/>
            <a:lstStyle/>
            <a:p>
              <a:pPr algn="ctr">
                <a:lnSpc>
                  <a:spcPts val="2100"/>
                </a:lnSpc>
              </a:pPr>
              <a:endParaRPr/>
            </a:p>
          </p:txBody>
        </p:sp>
      </p:grpSp>
      <p:grpSp>
        <p:nvGrpSpPr>
          <p:cNvPr id="26" name="Group 26"/>
          <p:cNvGrpSpPr/>
          <p:nvPr/>
        </p:nvGrpSpPr>
        <p:grpSpPr>
          <a:xfrm>
            <a:off x="13923200" y="7590250"/>
            <a:ext cx="3336100" cy="1668050"/>
            <a:chOff x="0" y="0"/>
            <a:chExt cx="812800" cy="406400"/>
          </a:xfrm>
        </p:grpSpPr>
        <p:sp>
          <p:nvSpPr>
            <p:cNvPr id="27" name="Freeform 27"/>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A20E20"/>
            </a:solidFill>
          </p:spPr>
          <p:txBody>
            <a:bodyPr/>
            <a:lstStyle/>
            <a:p>
              <a:endParaRPr lang="en-IN"/>
            </a:p>
          </p:txBody>
        </p:sp>
        <p:sp>
          <p:nvSpPr>
            <p:cNvPr id="28" name="TextBox 28"/>
            <p:cNvSpPr txBox="1"/>
            <p:nvPr/>
          </p:nvSpPr>
          <p:spPr>
            <a:xfrm>
              <a:off x="0" y="-38100"/>
              <a:ext cx="698500" cy="444500"/>
            </a:xfrm>
            <a:prstGeom prst="rect">
              <a:avLst/>
            </a:prstGeom>
          </p:spPr>
          <p:txBody>
            <a:bodyPr lIns="50800" tIns="50800" rIns="50800" bIns="50800" rtlCol="0" anchor="ctr"/>
            <a:lstStyle/>
            <a:p>
              <a:pPr algn="ctr">
                <a:lnSpc>
                  <a:spcPts val="2100"/>
                </a:lnSpc>
              </a:pPr>
              <a:endParaRPr/>
            </a:p>
          </p:txBody>
        </p:sp>
      </p:grpSp>
      <p:grpSp>
        <p:nvGrpSpPr>
          <p:cNvPr id="29" name="Group 29"/>
          <p:cNvGrpSpPr/>
          <p:nvPr/>
        </p:nvGrpSpPr>
        <p:grpSpPr>
          <a:xfrm>
            <a:off x="7922483" y="7715250"/>
            <a:ext cx="3086100" cy="1543050"/>
            <a:chOff x="0" y="0"/>
            <a:chExt cx="812800" cy="406400"/>
          </a:xfrm>
        </p:grpSpPr>
        <p:sp>
          <p:nvSpPr>
            <p:cNvPr id="30" name="Freeform 30"/>
            <p:cNvSpPr/>
            <p:nvPr/>
          </p:nvSpPr>
          <p:spPr>
            <a:xfrm>
              <a:off x="0" y="0"/>
              <a:ext cx="812800" cy="406400"/>
            </a:xfrm>
            <a:custGeom>
              <a:avLst/>
              <a:gdLst/>
              <a:ahLst/>
              <a:cxnLst/>
              <a:rect l="l" t="t" r="r" b="b"/>
              <a:pathLst>
                <a:path w="812800" h="406400">
                  <a:moveTo>
                    <a:pt x="0" y="0"/>
                  </a:moveTo>
                  <a:lnTo>
                    <a:pt x="609600" y="0"/>
                  </a:lnTo>
                  <a:lnTo>
                    <a:pt x="812800" y="203200"/>
                  </a:lnTo>
                  <a:lnTo>
                    <a:pt x="609600" y="406400"/>
                  </a:lnTo>
                  <a:lnTo>
                    <a:pt x="0" y="406400"/>
                  </a:lnTo>
                  <a:lnTo>
                    <a:pt x="203200" y="203200"/>
                  </a:lnTo>
                  <a:lnTo>
                    <a:pt x="0" y="0"/>
                  </a:lnTo>
                  <a:close/>
                </a:path>
              </a:pathLst>
            </a:custGeom>
            <a:solidFill>
              <a:srgbClr val="A20E20"/>
            </a:solidFill>
          </p:spPr>
          <p:txBody>
            <a:bodyPr/>
            <a:lstStyle/>
            <a:p>
              <a:endParaRPr lang="en-IN"/>
            </a:p>
          </p:txBody>
        </p:sp>
        <p:sp>
          <p:nvSpPr>
            <p:cNvPr id="31" name="TextBox 31"/>
            <p:cNvSpPr txBox="1"/>
            <p:nvPr/>
          </p:nvSpPr>
          <p:spPr>
            <a:xfrm>
              <a:off x="177800" y="-38100"/>
              <a:ext cx="558800" cy="444500"/>
            </a:xfrm>
            <a:prstGeom prst="rect">
              <a:avLst/>
            </a:prstGeom>
          </p:spPr>
          <p:txBody>
            <a:bodyPr lIns="50800" tIns="50800" rIns="50800" bIns="50800" rtlCol="0" anchor="ctr"/>
            <a:lstStyle/>
            <a:p>
              <a:pPr algn="ctr">
                <a:lnSpc>
                  <a:spcPts val="2100"/>
                </a:lnSpc>
              </a:pPr>
              <a:endParaRPr/>
            </a:p>
          </p:txBody>
        </p:sp>
      </p:grpSp>
      <p:sp>
        <p:nvSpPr>
          <p:cNvPr id="32" name="TextBox 32"/>
          <p:cNvSpPr txBox="1"/>
          <p:nvPr/>
        </p:nvSpPr>
        <p:spPr>
          <a:xfrm>
            <a:off x="1028700" y="1019175"/>
            <a:ext cx="4632039" cy="1838325"/>
          </a:xfrm>
          <a:prstGeom prst="rect">
            <a:avLst/>
          </a:prstGeom>
        </p:spPr>
        <p:txBody>
          <a:bodyPr lIns="0" tIns="0" rIns="0" bIns="0" rtlCol="0" anchor="t">
            <a:spAutoFit/>
          </a:bodyPr>
          <a:lstStyle/>
          <a:p>
            <a:pPr algn="l">
              <a:lnSpc>
                <a:spcPts val="7200"/>
              </a:lnSpc>
            </a:pPr>
            <a:r>
              <a:rPr lang="en-US" sz="6000">
                <a:solidFill>
                  <a:srgbClr val="FFFFFF"/>
                </a:solidFill>
                <a:latin typeface="TT Hoves Bold"/>
                <a:ea typeface="TT Hoves Bold"/>
                <a:cs typeface="TT Hoves Bold"/>
                <a:sym typeface="TT Hoves Bold"/>
              </a:rPr>
              <a:t>Resource </a:t>
            </a:r>
          </a:p>
          <a:p>
            <a:pPr algn="l">
              <a:lnSpc>
                <a:spcPts val="7200"/>
              </a:lnSpc>
            </a:pPr>
            <a:r>
              <a:rPr lang="en-US" sz="6000">
                <a:solidFill>
                  <a:srgbClr val="FFFFFF"/>
                </a:solidFill>
                <a:latin typeface="TT Hoves Bold"/>
                <a:ea typeface="TT Hoves Bold"/>
                <a:cs typeface="TT Hoves Bold"/>
                <a:sym typeface="TT Hoves Bold"/>
              </a:rPr>
              <a:t>Page</a:t>
            </a:r>
          </a:p>
        </p:txBody>
      </p:sp>
      <p:sp>
        <p:nvSpPr>
          <p:cNvPr id="33" name="TextBox 33"/>
          <p:cNvSpPr txBox="1"/>
          <p:nvPr/>
        </p:nvSpPr>
        <p:spPr>
          <a:xfrm>
            <a:off x="1028700" y="6757035"/>
            <a:ext cx="4283761" cy="2501265"/>
          </a:xfrm>
          <a:prstGeom prst="rect">
            <a:avLst/>
          </a:prstGeom>
        </p:spPr>
        <p:txBody>
          <a:bodyPr lIns="0" tIns="0" rIns="0" bIns="0" rtlCol="0" anchor="t">
            <a:spAutoFit/>
          </a:bodyPr>
          <a:lstStyle/>
          <a:p>
            <a:pPr algn="l">
              <a:lnSpc>
                <a:spcPts val="3359"/>
              </a:lnSpc>
            </a:pPr>
            <a:r>
              <a:rPr lang="en-US" sz="2400" u="none">
                <a:solidFill>
                  <a:srgbClr val="FFFFFF"/>
                </a:solidFill>
                <a:latin typeface="Helios"/>
                <a:ea typeface="Helios"/>
                <a:cs typeface="Helios"/>
                <a:sym typeface="Helios"/>
              </a:rPr>
              <a:t>Use these design resources</a:t>
            </a:r>
          </a:p>
          <a:p>
            <a:pPr algn="l">
              <a:lnSpc>
                <a:spcPts val="3359"/>
              </a:lnSpc>
            </a:pPr>
            <a:r>
              <a:rPr lang="en-US" sz="2400" u="none">
                <a:solidFill>
                  <a:srgbClr val="FFFFFF"/>
                </a:solidFill>
                <a:latin typeface="Helios"/>
                <a:ea typeface="Helios"/>
                <a:cs typeface="Helios"/>
                <a:sym typeface="Helios"/>
              </a:rPr>
              <a:t>in your Canva Presentation. Happy designing! </a:t>
            </a:r>
          </a:p>
          <a:p>
            <a:pPr algn="l">
              <a:lnSpc>
                <a:spcPts val="3359"/>
              </a:lnSpc>
            </a:pPr>
            <a:endParaRPr lang="en-US" sz="2400" u="none">
              <a:solidFill>
                <a:srgbClr val="FFFFFF"/>
              </a:solidFill>
              <a:latin typeface="Helios"/>
              <a:ea typeface="Helios"/>
              <a:cs typeface="Helios"/>
              <a:sym typeface="Helios"/>
            </a:endParaRPr>
          </a:p>
          <a:p>
            <a:pPr algn="l">
              <a:lnSpc>
                <a:spcPts val="3359"/>
              </a:lnSpc>
            </a:pPr>
            <a:r>
              <a:rPr lang="en-US" sz="2400" u="none">
                <a:solidFill>
                  <a:srgbClr val="FFFFFF"/>
                </a:solidFill>
                <a:latin typeface="Helios"/>
                <a:ea typeface="Helios"/>
                <a:cs typeface="Helios"/>
                <a:sym typeface="Helios"/>
              </a:rPr>
              <a:t>Delete or hide this page </a:t>
            </a:r>
          </a:p>
          <a:p>
            <a:pPr algn="l">
              <a:lnSpc>
                <a:spcPts val="3359"/>
              </a:lnSpc>
            </a:pPr>
            <a:r>
              <a:rPr lang="en-US" sz="2400" u="none">
                <a:solidFill>
                  <a:srgbClr val="FFFFFF"/>
                </a:solidFill>
                <a:latin typeface="Helios"/>
                <a:ea typeface="Helios"/>
                <a:cs typeface="Helios"/>
                <a:sym typeface="Helios"/>
              </a:rPr>
              <a:t>before presenting.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479889" cy="10287000"/>
            <a:chOff x="0" y="0"/>
            <a:chExt cx="1706637" cy="2709333"/>
          </a:xfrm>
        </p:grpSpPr>
        <p:sp>
          <p:nvSpPr>
            <p:cNvPr id="3" name="Freeform 3"/>
            <p:cNvSpPr/>
            <p:nvPr/>
          </p:nvSpPr>
          <p:spPr>
            <a:xfrm>
              <a:off x="0" y="0"/>
              <a:ext cx="1706637" cy="2709333"/>
            </a:xfrm>
            <a:custGeom>
              <a:avLst/>
              <a:gdLst/>
              <a:ahLst/>
              <a:cxnLst/>
              <a:rect l="l" t="t" r="r" b="b"/>
              <a:pathLst>
                <a:path w="1706637" h="2709333">
                  <a:moveTo>
                    <a:pt x="0" y="0"/>
                  </a:moveTo>
                  <a:lnTo>
                    <a:pt x="1706637" y="0"/>
                  </a:lnTo>
                  <a:lnTo>
                    <a:pt x="1706637" y="2709333"/>
                  </a:lnTo>
                  <a:lnTo>
                    <a:pt x="0" y="2709333"/>
                  </a:lnTo>
                  <a:close/>
                </a:path>
              </a:pathLst>
            </a:custGeom>
            <a:solidFill>
              <a:srgbClr val="E8223B"/>
            </a:solidFill>
          </p:spPr>
          <p:txBody>
            <a:bodyPr/>
            <a:lstStyle/>
            <a:p>
              <a:endParaRPr lang="en-IN"/>
            </a:p>
          </p:txBody>
        </p:sp>
        <p:sp>
          <p:nvSpPr>
            <p:cNvPr id="4" name="TextBox 4"/>
            <p:cNvSpPr txBox="1"/>
            <p:nvPr/>
          </p:nvSpPr>
          <p:spPr>
            <a:xfrm>
              <a:off x="0" y="-28575"/>
              <a:ext cx="1706637" cy="2737908"/>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1019175"/>
            <a:ext cx="4632039" cy="1838325"/>
          </a:xfrm>
          <a:prstGeom prst="rect">
            <a:avLst/>
          </a:prstGeom>
        </p:spPr>
        <p:txBody>
          <a:bodyPr lIns="0" tIns="0" rIns="0" bIns="0" rtlCol="0" anchor="t">
            <a:spAutoFit/>
          </a:bodyPr>
          <a:lstStyle/>
          <a:p>
            <a:pPr algn="l">
              <a:lnSpc>
                <a:spcPts val="7200"/>
              </a:lnSpc>
            </a:pPr>
            <a:r>
              <a:rPr lang="en-US" sz="6000">
                <a:solidFill>
                  <a:srgbClr val="FFFFFF"/>
                </a:solidFill>
                <a:latin typeface="TT Hoves Bold"/>
                <a:ea typeface="TT Hoves Bold"/>
                <a:cs typeface="TT Hoves Bold"/>
                <a:sym typeface="TT Hoves Bold"/>
              </a:rPr>
              <a:t>Resource </a:t>
            </a:r>
          </a:p>
          <a:p>
            <a:pPr algn="l">
              <a:lnSpc>
                <a:spcPts val="7200"/>
              </a:lnSpc>
            </a:pPr>
            <a:r>
              <a:rPr lang="en-US" sz="6000">
                <a:solidFill>
                  <a:srgbClr val="FFFFFF"/>
                </a:solidFill>
                <a:latin typeface="TT Hoves Bold"/>
                <a:ea typeface="TT Hoves Bold"/>
                <a:cs typeface="TT Hoves Bold"/>
                <a:sym typeface="TT Hoves Bold"/>
              </a:rPr>
              <a:t>Page</a:t>
            </a:r>
          </a:p>
        </p:txBody>
      </p:sp>
      <p:sp>
        <p:nvSpPr>
          <p:cNvPr id="6" name="TextBox 6"/>
          <p:cNvSpPr txBox="1"/>
          <p:nvPr/>
        </p:nvSpPr>
        <p:spPr>
          <a:xfrm>
            <a:off x="1028700" y="6757035"/>
            <a:ext cx="4283761" cy="2501265"/>
          </a:xfrm>
          <a:prstGeom prst="rect">
            <a:avLst/>
          </a:prstGeom>
        </p:spPr>
        <p:txBody>
          <a:bodyPr lIns="0" tIns="0" rIns="0" bIns="0" rtlCol="0" anchor="t">
            <a:spAutoFit/>
          </a:bodyPr>
          <a:lstStyle/>
          <a:p>
            <a:pPr algn="l">
              <a:lnSpc>
                <a:spcPts val="3359"/>
              </a:lnSpc>
            </a:pPr>
            <a:r>
              <a:rPr lang="en-US" sz="2400" u="none">
                <a:solidFill>
                  <a:srgbClr val="FFFFFF"/>
                </a:solidFill>
                <a:latin typeface="Helios"/>
                <a:ea typeface="Helios"/>
                <a:cs typeface="Helios"/>
                <a:sym typeface="Helios"/>
              </a:rPr>
              <a:t>Use these design resources</a:t>
            </a:r>
          </a:p>
          <a:p>
            <a:pPr algn="l">
              <a:lnSpc>
                <a:spcPts val="3359"/>
              </a:lnSpc>
            </a:pPr>
            <a:r>
              <a:rPr lang="en-US" sz="2400" u="none">
                <a:solidFill>
                  <a:srgbClr val="FFFFFF"/>
                </a:solidFill>
                <a:latin typeface="Helios"/>
                <a:ea typeface="Helios"/>
                <a:cs typeface="Helios"/>
                <a:sym typeface="Helios"/>
              </a:rPr>
              <a:t>in your Canva Presentation. Happy designing! </a:t>
            </a:r>
          </a:p>
          <a:p>
            <a:pPr algn="l">
              <a:lnSpc>
                <a:spcPts val="3359"/>
              </a:lnSpc>
            </a:pPr>
            <a:endParaRPr lang="en-US" sz="2400" u="none">
              <a:solidFill>
                <a:srgbClr val="FFFFFF"/>
              </a:solidFill>
              <a:latin typeface="Helios"/>
              <a:ea typeface="Helios"/>
              <a:cs typeface="Helios"/>
              <a:sym typeface="Helios"/>
            </a:endParaRPr>
          </a:p>
          <a:p>
            <a:pPr algn="l">
              <a:lnSpc>
                <a:spcPts val="3359"/>
              </a:lnSpc>
            </a:pPr>
            <a:r>
              <a:rPr lang="en-US" sz="2400" u="none">
                <a:solidFill>
                  <a:srgbClr val="FFFFFF"/>
                </a:solidFill>
                <a:latin typeface="Helios"/>
                <a:ea typeface="Helios"/>
                <a:cs typeface="Helios"/>
                <a:sym typeface="Helios"/>
              </a:rPr>
              <a:t>Delete or hide this page </a:t>
            </a:r>
          </a:p>
          <a:p>
            <a:pPr algn="l">
              <a:lnSpc>
                <a:spcPts val="3359"/>
              </a:lnSpc>
            </a:pPr>
            <a:r>
              <a:rPr lang="en-US" sz="2400" u="none">
                <a:solidFill>
                  <a:srgbClr val="FFFFFF"/>
                </a:solidFill>
                <a:latin typeface="Helios"/>
                <a:ea typeface="Helios"/>
                <a:cs typeface="Helios"/>
                <a:sym typeface="Helios"/>
              </a:rPr>
              <a:t>before presenting. </a:t>
            </a:r>
          </a:p>
        </p:txBody>
      </p:sp>
      <p:sp>
        <p:nvSpPr>
          <p:cNvPr id="7" name="Freeform 7"/>
          <p:cNvSpPr/>
          <p:nvPr/>
        </p:nvSpPr>
        <p:spPr>
          <a:xfrm>
            <a:off x="13855544" y="8563534"/>
            <a:ext cx="980283" cy="276262"/>
          </a:xfrm>
          <a:custGeom>
            <a:avLst/>
            <a:gdLst/>
            <a:ahLst/>
            <a:cxnLst/>
            <a:rect l="l" t="t" r="r" b="b"/>
            <a:pathLst>
              <a:path w="980283" h="276262">
                <a:moveTo>
                  <a:pt x="0" y="0"/>
                </a:moveTo>
                <a:lnTo>
                  <a:pt x="980283" y="0"/>
                </a:lnTo>
                <a:lnTo>
                  <a:pt x="980283" y="276262"/>
                </a:lnTo>
                <a:lnTo>
                  <a:pt x="0" y="2762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8" name="Freeform 8"/>
          <p:cNvSpPr/>
          <p:nvPr/>
        </p:nvSpPr>
        <p:spPr>
          <a:xfrm>
            <a:off x="15716330" y="1331774"/>
            <a:ext cx="879662" cy="879662"/>
          </a:xfrm>
          <a:custGeom>
            <a:avLst/>
            <a:gdLst/>
            <a:ahLst/>
            <a:cxnLst/>
            <a:rect l="l" t="t" r="r" b="b"/>
            <a:pathLst>
              <a:path w="879662" h="879662">
                <a:moveTo>
                  <a:pt x="0" y="0"/>
                </a:moveTo>
                <a:lnTo>
                  <a:pt x="879662" y="0"/>
                </a:lnTo>
                <a:lnTo>
                  <a:pt x="879662" y="879663"/>
                </a:lnTo>
                <a:lnTo>
                  <a:pt x="0" y="8796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9" name="Freeform 9"/>
          <p:cNvSpPr/>
          <p:nvPr/>
        </p:nvSpPr>
        <p:spPr>
          <a:xfrm>
            <a:off x="8322174" y="6509891"/>
            <a:ext cx="1026328" cy="1173556"/>
          </a:xfrm>
          <a:custGeom>
            <a:avLst/>
            <a:gdLst/>
            <a:ahLst/>
            <a:cxnLst/>
            <a:rect l="l" t="t" r="r" b="b"/>
            <a:pathLst>
              <a:path w="1026328" h="1173556">
                <a:moveTo>
                  <a:pt x="0" y="0"/>
                </a:moveTo>
                <a:lnTo>
                  <a:pt x="1026328" y="0"/>
                </a:lnTo>
                <a:lnTo>
                  <a:pt x="1026328" y="1173556"/>
                </a:lnTo>
                <a:lnTo>
                  <a:pt x="0" y="11735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0" name="Freeform 10"/>
          <p:cNvSpPr/>
          <p:nvPr/>
        </p:nvSpPr>
        <p:spPr>
          <a:xfrm>
            <a:off x="15736882" y="6509891"/>
            <a:ext cx="838559" cy="1173556"/>
          </a:xfrm>
          <a:custGeom>
            <a:avLst/>
            <a:gdLst/>
            <a:ahLst/>
            <a:cxnLst/>
            <a:rect l="l" t="t" r="r" b="b"/>
            <a:pathLst>
              <a:path w="838559" h="1173556">
                <a:moveTo>
                  <a:pt x="0" y="0"/>
                </a:moveTo>
                <a:lnTo>
                  <a:pt x="838559" y="0"/>
                </a:lnTo>
                <a:lnTo>
                  <a:pt x="838559" y="1173556"/>
                </a:lnTo>
                <a:lnTo>
                  <a:pt x="0" y="11735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N"/>
          </a:p>
        </p:txBody>
      </p:sp>
      <p:sp>
        <p:nvSpPr>
          <p:cNvPr id="11" name="Freeform 11"/>
          <p:cNvSpPr/>
          <p:nvPr/>
        </p:nvSpPr>
        <p:spPr>
          <a:xfrm>
            <a:off x="13733310" y="6704061"/>
            <a:ext cx="1173556" cy="785215"/>
          </a:xfrm>
          <a:custGeom>
            <a:avLst/>
            <a:gdLst/>
            <a:ahLst/>
            <a:cxnLst/>
            <a:rect l="l" t="t" r="r" b="b"/>
            <a:pathLst>
              <a:path w="1173556" h="785215">
                <a:moveTo>
                  <a:pt x="0" y="0"/>
                </a:moveTo>
                <a:lnTo>
                  <a:pt x="1173556" y="0"/>
                </a:lnTo>
                <a:lnTo>
                  <a:pt x="1173556" y="785216"/>
                </a:lnTo>
                <a:lnTo>
                  <a:pt x="0" y="7852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N"/>
          </a:p>
        </p:txBody>
      </p:sp>
      <p:sp>
        <p:nvSpPr>
          <p:cNvPr id="12" name="Freeform 12"/>
          <p:cNvSpPr/>
          <p:nvPr/>
        </p:nvSpPr>
        <p:spPr>
          <a:xfrm>
            <a:off x="10178518" y="6669841"/>
            <a:ext cx="1173556" cy="853656"/>
          </a:xfrm>
          <a:custGeom>
            <a:avLst/>
            <a:gdLst/>
            <a:ahLst/>
            <a:cxnLst/>
            <a:rect l="l" t="t" r="r" b="b"/>
            <a:pathLst>
              <a:path w="1173556" h="853656">
                <a:moveTo>
                  <a:pt x="0" y="0"/>
                </a:moveTo>
                <a:lnTo>
                  <a:pt x="1173556" y="0"/>
                </a:lnTo>
                <a:lnTo>
                  <a:pt x="1173556" y="853656"/>
                </a:lnTo>
                <a:lnTo>
                  <a:pt x="0" y="85365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IN"/>
          </a:p>
        </p:txBody>
      </p:sp>
      <p:sp>
        <p:nvSpPr>
          <p:cNvPr id="13" name="Freeform 13"/>
          <p:cNvSpPr/>
          <p:nvPr/>
        </p:nvSpPr>
        <p:spPr>
          <a:xfrm>
            <a:off x="15712877" y="8145030"/>
            <a:ext cx="886568" cy="1113270"/>
          </a:xfrm>
          <a:custGeom>
            <a:avLst/>
            <a:gdLst/>
            <a:ahLst/>
            <a:cxnLst/>
            <a:rect l="l" t="t" r="r" b="b"/>
            <a:pathLst>
              <a:path w="886568" h="1113270">
                <a:moveTo>
                  <a:pt x="0" y="0"/>
                </a:moveTo>
                <a:lnTo>
                  <a:pt x="886568" y="0"/>
                </a:lnTo>
                <a:lnTo>
                  <a:pt x="886568" y="1113270"/>
                </a:lnTo>
                <a:lnTo>
                  <a:pt x="0" y="111327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N"/>
          </a:p>
        </p:txBody>
      </p:sp>
      <p:sp>
        <p:nvSpPr>
          <p:cNvPr id="14" name="Freeform 14"/>
          <p:cNvSpPr/>
          <p:nvPr/>
        </p:nvSpPr>
        <p:spPr>
          <a:xfrm>
            <a:off x="15885177" y="3029730"/>
            <a:ext cx="541969" cy="1173556"/>
          </a:xfrm>
          <a:custGeom>
            <a:avLst/>
            <a:gdLst/>
            <a:ahLst/>
            <a:cxnLst/>
            <a:rect l="l" t="t" r="r" b="b"/>
            <a:pathLst>
              <a:path w="541969" h="1173556">
                <a:moveTo>
                  <a:pt x="0" y="0"/>
                </a:moveTo>
                <a:lnTo>
                  <a:pt x="541969" y="0"/>
                </a:lnTo>
                <a:lnTo>
                  <a:pt x="541969" y="1173555"/>
                </a:lnTo>
                <a:lnTo>
                  <a:pt x="0" y="1173555"/>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N"/>
          </a:p>
        </p:txBody>
      </p:sp>
      <p:sp>
        <p:nvSpPr>
          <p:cNvPr id="15" name="Freeform 15"/>
          <p:cNvSpPr/>
          <p:nvPr/>
        </p:nvSpPr>
        <p:spPr>
          <a:xfrm>
            <a:off x="10276528" y="4770119"/>
            <a:ext cx="1173556" cy="1147951"/>
          </a:xfrm>
          <a:custGeom>
            <a:avLst/>
            <a:gdLst/>
            <a:ahLst/>
            <a:cxnLst/>
            <a:rect l="l" t="t" r="r" b="b"/>
            <a:pathLst>
              <a:path w="1173556" h="1147951">
                <a:moveTo>
                  <a:pt x="0" y="0"/>
                </a:moveTo>
                <a:lnTo>
                  <a:pt x="1173555" y="0"/>
                </a:lnTo>
                <a:lnTo>
                  <a:pt x="1173555" y="1147950"/>
                </a:lnTo>
                <a:lnTo>
                  <a:pt x="0" y="1147950"/>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N"/>
          </a:p>
        </p:txBody>
      </p:sp>
      <p:sp>
        <p:nvSpPr>
          <p:cNvPr id="16" name="Freeform 16"/>
          <p:cNvSpPr/>
          <p:nvPr/>
        </p:nvSpPr>
        <p:spPr>
          <a:xfrm>
            <a:off x="8248561" y="4757316"/>
            <a:ext cx="1173556" cy="1173556"/>
          </a:xfrm>
          <a:custGeom>
            <a:avLst/>
            <a:gdLst/>
            <a:ahLst/>
            <a:cxnLst/>
            <a:rect l="l" t="t" r="r" b="b"/>
            <a:pathLst>
              <a:path w="1173556" h="1173556">
                <a:moveTo>
                  <a:pt x="0" y="0"/>
                </a:moveTo>
                <a:lnTo>
                  <a:pt x="1173555" y="0"/>
                </a:lnTo>
                <a:lnTo>
                  <a:pt x="1173555" y="1173556"/>
                </a:lnTo>
                <a:lnTo>
                  <a:pt x="0" y="1173556"/>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IN"/>
          </a:p>
        </p:txBody>
      </p:sp>
      <p:sp>
        <p:nvSpPr>
          <p:cNvPr id="17" name="Freeform 17"/>
          <p:cNvSpPr/>
          <p:nvPr/>
        </p:nvSpPr>
        <p:spPr>
          <a:xfrm>
            <a:off x="12182090" y="6509891"/>
            <a:ext cx="721203" cy="1173556"/>
          </a:xfrm>
          <a:custGeom>
            <a:avLst/>
            <a:gdLst/>
            <a:ahLst/>
            <a:cxnLst/>
            <a:rect l="l" t="t" r="r" b="b"/>
            <a:pathLst>
              <a:path w="721203" h="1173556">
                <a:moveTo>
                  <a:pt x="0" y="0"/>
                </a:moveTo>
                <a:lnTo>
                  <a:pt x="721204" y="0"/>
                </a:lnTo>
                <a:lnTo>
                  <a:pt x="721204" y="1173556"/>
                </a:lnTo>
                <a:lnTo>
                  <a:pt x="0" y="1173556"/>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IN"/>
          </a:p>
        </p:txBody>
      </p:sp>
      <p:sp>
        <p:nvSpPr>
          <p:cNvPr id="18" name="Freeform 18"/>
          <p:cNvSpPr/>
          <p:nvPr/>
        </p:nvSpPr>
        <p:spPr>
          <a:xfrm>
            <a:off x="13997651" y="3182642"/>
            <a:ext cx="1000528" cy="867731"/>
          </a:xfrm>
          <a:custGeom>
            <a:avLst/>
            <a:gdLst/>
            <a:ahLst/>
            <a:cxnLst/>
            <a:rect l="l" t="t" r="r" b="b"/>
            <a:pathLst>
              <a:path w="1000528" h="867731">
                <a:moveTo>
                  <a:pt x="0" y="0"/>
                </a:moveTo>
                <a:lnTo>
                  <a:pt x="1000528" y="0"/>
                </a:lnTo>
                <a:lnTo>
                  <a:pt x="1000528" y="867731"/>
                </a:lnTo>
                <a:lnTo>
                  <a:pt x="0" y="86773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IN"/>
          </a:p>
        </p:txBody>
      </p:sp>
      <p:sp>
        <p:nvSpPr>
          <p:cNvPr id="19" name="Freeform 19"/>
          <p:cNvSpPr/>
          <p:nvPr/>
        </p:nvSpPr>
        <p:spPr>
          <a:xfrm>
            <a:off x="12110125" y="3130796"/>
            <a:ext cx="1000528" cy="971422"/>
          </a:xfrm>
          <a:custGeom>
            <a:avLst/>
            <a:gdLst/>
            <a:ahLst/>
            <a:cxnLst/>
            <a:rect l="l" t="t" r="r" b="b"/>
            <a:pathLst>
              <a:path w="1000528" h="971422">
                <a:moveTo>
                  <a:pt x="0" y="0"/>
                </a:moveTo>
                <a:lnTo>
                  <a:pt x="1000529" y="0"/>
                </a:lnTo>
                <a:lnTo>
                  <a:pt x="1000529" y="971422"/>
                </a:lnTo>
                <a:lnTo>
                  <a:pt x="0" y="971422"/>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IN"/>
          </a:p>
        </p:txBody>
      </p:sp>
      <p:sp>
        <p:nvSpPr>
          <p:cNvPr id="20" name="Freeform 20"/>
          <p:cNvSpPr/>
          <p:nvPr/>
        </p:nvSpPr>
        <p:spPr>
          <a:xfrm>
            <a:off x="10222600" y="3183552"/>
            <a:ext cx="1000528" cy="865912"/>
          </a:xfrm>
          <a:custGeom>
            <a:avLst/>
            <a:gdLst/>
            <a:ahLst/>
            <a:cxnLst/>
            <a:rect l="l" t="t" r="r" b="b"/>
            <a:pathLst>
              <a:path w="1000528" h="865912">
                <a:moveTo>
                  <a:pt x="0" y="0"/>
                </a:moveTo>
                <a:lnTo>
                  <a:pt x="1000528" y="0"/>
                </a:lnTo>
                <a:lnTo>
                  <a:pt x="1000528" y="865911"/>
                </a:lnTo>
                <a:lnTo>
                  <a:pt x="0" y="865911"/>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IN"/>
          </a:p>
        </p:txBody>
      </p:sp>
      <p:sp>
        <p:nvSpPr>
          <p:cNvPr id="21" name="Freeform 21"/>
          <p:cNvSpPr/>
          <p:nvPr/>
        </p:nvSpPr>
        <p:spPr>
          <a:xfrm>
            <a:off x="8335074" y="3271780"/>
            <a:ext cx="1000528" cy="689455"/>
          </a:xfrm>
          <a:custGeom>
            <a:avLst/>
            <a:gdLst/>
            <a:ahLst/>
            <a:cxnLst/>
            <a:rect l="l" t="t" r="r" b="b"/>
            <a:pathLst>
              <a:path w="1000528" h="689455">
                <a:moveTo>
                  <a:pt x="0" y="0"/>
                </a:moveTo>
                <a:lnTo>
                  <a:pt x="1000528" y="0"/>
                </a:lnTo>
                <a:lnTo>
                  <a:pt x="1000528" y="689455"/>
                </a:lnTo>
                <a:lnTo>
                  <a:pt x="0" y="689455"/>
                </a:lnTo>
                <a:lnTo>
                  <a:pt x="0"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N"/>
          </a:p>
        </p:txBody>
      </p:sp>
      <p:sp>
        <p:nvSpPr>
          <p:cNvPr id="22" name="Freeform 22"/>
          <p:cNvSpPr/>
          <p:nvPr/>
        </p:nvSpPr>
        <p:spPr>
          <a:xfrm>
            <a:off x="8335074" y="1199282"/>
            <a:ext cx="911556" cy="1144648"/>
          </a:xfrm>
          <a:custGeom>
            <a:avLst/>
            <a:gdLst/>
            <a:ahLst/>
            <a:cxnLst/>
            <a:rect l="l" t="t" r="r" b="b"/>
            <a:pathLst>
              <a:path w="911556" h="1144648">
                <a:moveTo>
                  <a:pt x="0" y="0"/>
                </a:moveTo>
                <a:lnTo>
                  <a:pt x="911556" y="0"/>
                </a:lnTo>
                <a:lnTo>
                  <a:pt x="911556" y="1144648"/>
                </a:lnTo>
                <a:lnTo>
                  <a:pt x="0" y="1144648"/>
                </a:lnTo>
                <a:lnTo>
                  <a:pt x="0" y="0"/>
                </a:lnTo>
                <a:close/>
              </a:path>
            </a:pathLst>
          </a:custGeom>
          <a:blipFill>
            <a:blip r:embed="rId32">
              <a:extLst>
                <a:ext uri="{96DAC541-7B7A-43D3-8B79-37D633B846F1}">
                  <asvg:svgBlip xmlns:asvg="http://schemas.microsoft.com/office/drawing/2016/SVG/main" r:embed="rId33"/>
                </a:ext>
              </a:extLst>
            </a:blip>
            <a:stretch>
              <a:fillRect/>
            </a:stretch>
          </a:blipFill>
        </p:spPr>
        <p:txBody>
          <a:bodyPr/>
          <a:lstStyle/>
          <a:p>
            <a:endParaRPr lang="en-IN"/>
          </a:p>
        </p:txBody>
      </p:sp>
      <p:sp>
        <p:nvSpPr>
          <p:cNvPr id="23" name="Freeform 23"/>
          <p:cNvSpPr/>
          <p:nvPr/>
        </p:nvSpPr>
        <p:spPr>
          <a:xfrm>
            <a:off x="12302323" y="1401410"/>
            <a:ext cx="1000528" cy="740391"/>
          </a:xfrm>
          <a:custGeom>
            <a:avLst/>
            <a:gdLst/>
            <a:ahLst/>
            <a:cxnLst/>
            <a:rect l="l" t="t" r="r" b="b"/>
            <a:pathLst>
              <a:path w="1000528" h="740391">
                <a:moveTo>
                  <a:pt x="0" y="0"/>
                </a:moveTo>
                <a:lnTo>
                  <a:pt x="1000529" y="0"/>
                </a:lnTo>
                <a:lnTo>
                  <a:pt x="1000529" y="740391"/>
                </a:lnTo>
                <a:lnTo>
                  <a:pt x="0" y="740391"/>
                </a:lnTo>
                <a:lnTo>
                  <a:pt x="0" y="0"/>
                </a:lnTo>
                <a:close/>
              </a:path>
            </a:pathLst>
          </a:custGeom>
          <a:blipFill>
            <a:blip r:embed="rId34">
              <a:extLst>
                <a:ext uri="{96DAC541-7B7A-43D3-8B79-37D633B846F1}">
                  <asvg:svgBlip xmlns:asvg="http://schemas.microsoft.com/office/drawing/2016/SVG/main" r:embed="rId35"/>
                </a:ext>
              </a:extLst>
            </a:blip>
            <a:stretch>
              <a:fillRect/>
            </a:stretch>
          </a:blipFill>
        </p:spPr>
        <p:txBody>
          <a:bodyPr/>
          <a:lstStyle/>
          <a:p>
            <a:endParaRPr lang="en-IN"/>
          </a:p>
        </p:txBody>
      </p:sp>
      <p:sp>
        <p:nvSpPr>
          <p:cNvPr id="24" name="Freeform 24"/>
          <p:cNvSpPr/>
          <p:nvPr/>
        </p:nvSpPr>
        <p:spPr>
          <a:xfrm>
            <a:off x="10487495" y="1273161"/>
            <a:ext cx="1000528" cy="996890"/>
          </a:xfrm>
          <a:custGeom>
            <a:avLst/>
            <a:gdLst/>
            <a:ahLst/>
            <a:cxnLst/>
            <a:rect l="l" t="t" r="r" b="b"/>
            <a:pathLst>
              <a:path w="1000528" h="996890">
                <a:moveTo>
                  <a:pt x="0" y="0"/>
                </a:moveTo>
                <a:lnTo>
                  <a:pt x="1000528" y="0"/>
                </a:lnTo>
                <a:lnTo>
                  <a:pt x="1000528" y="996890"/>
                </a:lnTo>
                <a:lnTo>
                  <a:pt x="0" y="996890"/>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N"/>
          </a:p>
        </p:txBody>
      </p:sp>
      <p:sp>
        <p:nvSpPr>
          <p:cNvPr id="25" name="Freeform 25"/>
          <p:cNvSpPr/>
          <p:nvPr/>
        </p:nvSpPr>
        <p:spPr>
          <a:xfrm>
            <a:off x="14117152" y="1271342"/>
            <a:ext cx="740391" cy="1000528"/>
          </a:xfrm>
          <a:custGeom>
            <a:avLst/>
            <a:gdLst/>
            <a:ahLst/>
            <a:cxnLst/>
            <a:rect l="l" t="t" r="r" b="b"/>
            <a:pathLst>
              <a:path w="740391" h="1000528">
                <a:moveTo>
                  <a:pt x="0" y="0"/>
                </a:moveTo>
                <a:lnTo>
                  <a:pt x="740391" y="0"/>
                </a:lnTo>
                <a:lnTo>
                  <a:pt x="740391" y="1000528"/>
                </a:lnTo>
                <a:lnTo>
                  <a:pt x="0" y="100052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N"/>
          </a:p>
        </p:txBody>
      </p:sp>
      <p:sp>
        <p:nvSpPr>
          <p:cNvPr id="26" name="Freeform 26"/>
          <p:cNvSpPr/>
          <p:nvPr/>
        </p:nvSpPr>
        <p:spPr>
          <a:xfrm>
            <a:off x="8335074" y="8203220"/>
            <a:ext cx="1000528" cy="996890"/>
          </a:xfrm>
          <a:custGeom>
            <a:avLst/>
            <a:gdLst/>
            <a:ahLst/>
            <a:cxnLst/>
            <a:rect l="l" t="t" r="r" b="b"/>
            <a:pathLst>
              <a:path w="1000528" h="996890">
                <a:moveTo>
                  <a:pt x="0" y="0"/>
                </a:moveTo>
                <a:lnTo>
                  <a:pt x="1000528" y="0"/>
                </a:lnTo>
                <a:lnTo>
                  <a:pt x="1000528" y="996890"/>
                </a:lnTo>
                <a:lnTo>
                  <a:pt x="0" y="996890"/>
                </a:lnTo>
                <a:lnTo>
                  <a:pt x="0" y="0"/>
                </a:lnTo>
                <a:close/>
              </a:path>
            </a:pathLst>
          </a:custGeom>
          <a:blipFill>
            <a:blip r:embed="rId40">
              <a:extLst>
                <a:ext uri="{96DAC541-7B7A-43D3-8B79-37D633B846F1}">
                  <asvg:svgBlip xmlns:asvg="http://schemas.microsoft.com/office/drawing/2016/SVG/main" r:embed="rId41"/>
                </a:ext>
              </a:extLst>
            </a:blip>
            <a:stretch>
              <a:fillRect/>
            </a:stretch>
          </a:blipFill>
        </p:spPr>
        <p:txBody>
          <a:bodyPr/>
          <a:lstStyle/>
          <a:p>
            <a:endParaRPr lang="en-IN"/>
          </a:p>
        </p:txBody>
      </p:sp>
      <p:sp>
        <p:nvSpPr>
          <p:cNvPr id="27" name="Freeform 27"/>
          <p:cNvSpPr/>
          <p:nvPr/>
        </p:nvSpPr>
        <p:spPr>
          <a:xfrm>
            <a:off x="12304495" y="4843830"/>
            <a:ext cx="674902" cy="1000528"/>
          </a:xfrm>
          <a:custGeom>
            <a:avLst/>
            <a:gdLst/>
            <a:ahLst/>
            <a:cxnLst/>
            <a:rect l="l" t="t" r="r" b="b"/>
            <a:pathLst>
              <a:path w="674902" h="1000528">
                <a:moveTo>
                  <a:pt x="0" y="0"/>
                </a:moveTo>
                <a:lnTo>
                  <a:pt x="674902" y="0"/>
                </a:lnTo>
                <a:lnTo>
                  <a:pt x="674902" y="1000528"/>
                </a:lnTo>
                <a:lnTo>
                  <a:pt x="0" y="1000528"/>
                </a:lnTo>
                <a:lnTo>
                  <a:pt x="0" y="0"/>
                </a:lnTo>
                <a:close/>
              </a:path>
            </a:pathLst>
          </a:custGeom>
          <a:blipFill>
            <a:blip r:embed="rId42">
              <a:extLst>
                <a:ext uri="{96DAC541-7B7A-43D3-8B79-37D633B846F1}">
                  <asvg:svgBlip xmlns:asvg="http://schemas.microsoft.com/office/drawing/2016/SVG/main" r:embed="rId43"/>
                </a:ext>
              </a:extLst>
            </a:blip>
            <a:stretch>
              <a:fillRect/>
            </a:stretch>
          </a:blipFill>
        </p:spPr>
        <p:txBody>
          <a:bodyPr/>
          <a:lstStyle/>
          <a:p>
            <a:endParaRPr lang="en-IN"/>
          </a:p>
        </p:txBody>
      </p:sp>
      <p:sp>
        <p:nvSpPr>
          <p:cNvPr id="28" name="Freeform 28"/>
          <p:cNvSpPr/>
          <p:nvPr/>
        </p:nvSpPr>
        <p:spPr>
          <a:xfrm>
            <a:off x="13833808" y="4843830"/>
            <a:ext cx="940496" cy="1000528"/>
          </a:xfrm>
          <a:custGeom>
            <a:avLst/>
            <a:gdLst/>
            <a:ahLst/>
            <a:cxnLst/>
            <a:rect l="l" t="t" r="r" b="b"/>
            <a:pathLst>
              <a:path w="940496" h="1000528">
                <a:moveTo>
                  <a:pt x="0" y="0"/>
                </a:moveTo>
                <a:lnTo>
                  <a:pt x="940497" y="0"/>
                </a:lnTo>
                <a:lnTo>
                  <a:pt x="940497" y="1000528"/>
                </a:lnTo>
                <a:lnTo>
                  <a:pt x="0" y="1000528"/>
                </a:lnTo>
                <a:lnTo>
                  <a:pt x="0" y="0"/>
                </a:lnTo>
                <a:close/>
              </a:path>
            </a:pathLst>
          </a:custGeom>
          <a:blipFill>
            <a:blip r:embed="rId44">
              <a:extLst>
                <a:ext uri="{96DAC541-7B7A-43D3-8B79-37D633B846F1}">
                  <asvg:svgBlip xmlns:asvg="http://schemas.microsoft.com/office/drawing/2016/SVG/main" r:embed="rId45"/>
                </a:ext>
              </a:extLst>
            </a:blip>
            <a:stretch>
              <a:fillRect/>
            </a:stretch>
          </a:blipFill>
        </p:spPr>
        <p:txBody>
          <a:bodyPr/>
          <a:lstStyle/>
          <a:p>
            <a:endParaRPr lang="en-IN"/>
          </a:p>
        </p:txBody>
      </p:sp>
      <p:sp>
        <p:nvSpPr>
          <p:cNvPr id="29" name="Freeform 29"/>
          <p:cNvSpPr/>
          <p:nvPr/>
        </p:nvSpPr>
        <p:spPr>
          <a:xfrm>
            <a:off x="10212652" y="8350299"/>
            <a:ext cx="787175" cy="702733"/>
          </a:xfrm>
          <a:custGeom>
            <a:avLst/>
            <a:gdLst/>
            <a:ahLst/>
            <a:cxnLst/>
            <a:rect l="l" t="t" r="r" b="b"/>
            <a:pathLst>
              <a:path w="787175" h="702733">
                <a:moveTo>
                  <a:pt x="0" y="0"/>
                </a:moveTo>
                <a:lnTo>
                  <a:pt x="787175" y="0"/>
                </a:lnTo>
                <a:lnTo>
                  <a:pt x="787175" y="702732"/>
                </a:lnTo>
                <a:lnTo>
                  <a:pt x="0" y="702732"/>
                </a:lnTo>
                <a:lnTo>
                  <a:pt x="0" y="0"/>
                </a:lnTo>
                <a:close/>
              </a:path>
            </a:pathLst>
          </a:custGeom>
          <a:blipFill>
            <a:blip r:embed="rId46">
              <a:extLst>
                <a:ext uri="{96DAC541-7B7A-43D3-8B79-37D633B846F1}">
                  <asvg:svgBlip xmlns:asvg="http://schemas.microsoft.com/office/drawing/2016/SVG/main" r:embed="rId47"/>
                </a:ext>
              </a:extLst>
            </a:blip>
            <a:stretch>
              <a:fillRect/>
            </a:stretch>
          </a:blipFill>
        </p:spPr>
        <p:txBody>
          <a:bodyPr/>
          <a:lstStyle/>
          <a:p>
            <a:endParaRPr lang="en-IN"/>
          </a:p>
        </p:txBody>
      </p:sp>
      <p:sp>
        <p:nvSpPr>
          <p:cNvPr id="30" name="Freeform 30"/>
          <p:cNvSpPr/>
          <p:nvPr/>
        </p:nvSpPr>
        <p:spPr>
          <a:xfrm>
            <a:off x="11876877" y="8224965"/>
            <a:ext cx="1101617" cy="953399"/>
          </a:xfrm>
          <a:custGeom>
            <a:avLst/>
            <a:gdLst/>
            <a:ahLst/>
            <a:cxnLst/>
            <a:rect l="l" t="t" r="r" b="b"/>
            <a:pathLst>
              <a:path w="1101617" h="953399">
                <a:moveTo>
                  <a:pt x="0" y="0"/>
                </a:moveTo>
                <a:lnTo>
                  <a:pt x="1101617" y="0"/>
                </a:lnTo>
                <a:lnTo>
                  <a:pt x="1101617" y="953400"/>
                </a:lnTo>
                <a:lnTo>
                  <a:pt x="0" y="953400"/>
                </a:lnTo>
                <a:lnTo>
                  <a:pt x="0" y="0"/>
                </a:lnTo>
                <a:close/>
              </a:path>
            </a:pathLst>
          </a:custGeom>
          <a:blipFill>
            <a:blip r:embed="rId48">
              <a:extLst>
                <a:ext uri="{96DAC541-7B7A-43D3-8B79-37D633B846F1}">
                  <asvg:svgBlip xmlns:asvg="http://schemas.microsoft.com/office/drawing/2016/SVG/main" r:embed="rId49"/>
                </a:ext>
              </a:extLst>
            </a:blip>
            <a:stretch>
              <a:fillRect/>
            </a:stretch>
          </a:blipFill>
        </p:spPr>
        <p:txBody>
          <a:bodyPr/>
          <a:lstStyle/>
          <a:p>
            <a:endParaRPr lang="en-IN"/>
          </a:p>
        </p:txBody>
      </p:sp>
      <p:sp>
        <p:nvSpPr>
          <p:cNvPr id="31" name="Freeform 31"/>
          <p:cNvSpPr/>
          <p:nvPr/>
        </p:nvSpPr>
        <p:spPr>
          <a:xfrm>
            <a:off x="15628716" y="4816649"/>
            <a:ext cx="1054890" cy="1054890"/>
          </a:xfrm>
          <a:custGeom>
            <a:avLst/>
            <a:gdLst/>
            <a:ahLst/>
            <a:cxnLst/>
            <a:rect l="l" t="t" r="r" b="b"/>
            <a:pathLst>
              <a:path w="1054890" h="1054890">
                <a:moveTo>
                  <a:pt x="0" y="0"/>
                </a:moveTo>
                <a:lnTo>
                  <a:pt x="1054890" y="0"/>
                </a:lnTo>
                <a:lnTo>
                  <a:pt x="1054890" y="1054890"/>
                </a:lnTo>
                <a:lnTo>
                  <a:pt x="0" y="1054890"/>
                </a:lnTo>
                <a:lnTo>
                  <a:pt x="0" y="0"/>
                </a:lnTo>
                <a:close/>
              </a:path>
            </a:pathLst>
          </a:custGeom>
          <a:blipFill>
            <a:blip r:embed="rId50">
              <a:extLst>
                <a:ext uri="{96DAC541-7B7A-43D3-8B79-37D633B846F1}">
                  <asvg:svgBlip xmlns:asvg="http://schemas.microsoft.com/office/drawing/2016/SVG/main" r:embed="rId51"/>
                </a:ext>
              </a:extLst>
            </a:blip>
            <a:stretch>
              <a:fillRect/>
            </a:stretch>
          </a:blipFill>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7732139" y="1028700"/>
            <a:ext cx="4204160" cy="3459002"/>
            <a:chOff x="0" y="0"/>
            <a:chExt cx="6184570" cy="5088399"/>
          </a:xfrm>
        </p:grpSpPr>
        <p:sp>
          <p:nvSpPr>
            <p:cNvPr id="3" name="Freeform 3"/>
            <p:cNvSpPr/>
            <p:nvPr/>
          </p:nvSpPr>
          <p:spPr>
            <a:xfrm>
              <a:off x="0" y="0"/>
              <a:ext cx="6184570" cy="5088399"/>
            </a:xfrm>
            <a:custGeom>
              <a:avLst/>
              <a:gdLst/>
              <a:ahLst/>
              <a:cxnLst/>
              <a:rect l="l" t="t" r="r" b="b"/>
              <a:pathLst>
                <a:path w="6184570" h="5088399">
                  <a:moveTo>
                    <a:pt x="3433653" y="2544200"/>
                  </a:moveTo>
                  <a:lnTo>
                    <a:pt x="6184570" y="5088399"/>
                  </a:lnTo>
                  <a:lnTo>
                    <a:pt x="2750917" y="5088399"/>
                  </a:lnTo>
                  <a:lnTo>
                    <a:pt x="0" y="2544200"/>
                  </a:lnTo>
                  <a:lnTo>
                    <a:pt x="2750917" y="0"/>
                  </a:lnTo>
                  <a:lnTo>
                    <a:pt x="6184570" y="0"/>
                  </a:lnTo>
                  <a:lnTo>
                    <a:pt x="3433653" y="2544200"/>
                  </a:lnTo>
                  <a:close/>
                </a:path>
              </a:pathLst>
            </a:custGeom>
            <a:solidFill>
              <a:srgbClr val="FFFFFF"/>
            </a:solidFill>
          </p:spPr>
          <p:txBody>
            <a:bodyPr/>
            <a:lstStyle/>
            <a:p>
              <a:endParaRPr lang="en-IN"/>
            </a:p>
          </p:txBody>
        </p:sp>
        <p:sp>
          <p:nvSpPr>
            <p:cNvPr id="4" name="Freeform 4"/>
            <p:cNvSpPr/>
            <p:nvPr/>
          </p:nvSpPr>
          <p:spPr>
            <a:xfrm>
              <a:off x="0" y="0"/>
              <a:ext cx="6184570" cy="5088399"/>
            </a:xfrm>
            <a:custGeom>
              <a:avLst/>
              <a:gdLst/>
              <a:ahLst/>
              <a:cxnLst/>
              <a:rect l="l" t="t" r="r" b="b"/>
              <a:pathLst>
                <a:path w="6184570" h="5088399">
                  <a:moveTo>
                    <a:pt x="3433653" y="2544200"/>
                  </a:moveTo>
                  <a:lnTo>
                    <a:pt x="6184570" y="5088399"/>
                  </a:lnTo>
                  <a:lnTo>
                    <a:pt x="2750917" y="5088399"/>
                  </a:lnTo>
                  <a:lnTo>
                    <a:pt x="0" y="2544200"/>
                  </a:lnTo>
                  <a:lnTo>
                    <a:pt x="2750917" y="0"/>
                  </a:lnTo>
                  <a:lnTo>
                    <a:pt x="6184570" y="0"/>
                  </a:lnTo>
                  <a:lnTo>
                    <a:pt x="3433653" y="2544200"/>
                  </a:lnTo>
                  <a:close/>
                </a:path>
              </a:pathLst>
            </a:custGeom>
            <a:solidFill>
              <a:srgbClr val="000000">
                <a:alpha val="0"/>
              </a:srgbClr>
            </a:solidFill>
            <a:ln w="12700">
              <a:solidFill>
                <a:srgbClr val="000000"/>
              </a:solidFill>
            </a:ln>
          </p:spPr>
          <p:txBody>
            <a:bodyPr/>
            <a:lstStyle/>
            <a:p>
              <a:endParaRPr lang="en-IN"/>
            </a:p>
          </p:txBody>
        </p:sp>
      </p:grpSp>
      <p:grpSp>
        <p:nvGrpSpPr>
          <p:cNvPr id="5" name="Group 5"/>
          <p:cNvGrpSpPr>
            <a:grpSpLocks noChangeAspect="1"/>
          </p:cNvGrpSpPr>
          <p:nvPr/>
        </p:nvGrpSpPr>
        <p:grpSpPr>
          <a:xfrm>
            <a:off x="14111177" y="5886500"/>
            <a:ext cx="3371800" cy="3371800"/>
            <a:chOff x="0" y="0"/>
            <a:chExt cx="6350000" cy="6350000"/>
          </a:xfrm>
        </p:grpSpPr>
        <p:sp>
          <p:nvSpPr>
            <p:cNvPr id="6" name="Freeform 6"/>
            <p:cNvSpPr/>
            <p:nvPr/>
          </p:nvSpPr>
          <p:spPr>
            <a:xfrm>
              <a:off x="-95377" y="-95377"/>
              <a:ext cx="6540754" cy="6540754"/>
            </a:xfrm>
            <a:custGeom>
              <a:avLst/>
              <a:gdLst/>
              <a:ahLst/>
              <a:cxnLst/>
              <a:rect l="l" t="t" r="r" b="b"/>
              <a:pathLst>
                <a:path w="6540754" h="6540754">
                  <a:moveTo>
                    <a:pt x="6540754" y="0"/>
                  </a:moveTo>
                  <a:lnTo>
                    <a:pt x="0" y="6540754"/>
                  </a:lnTo>
                  <a:lnTo>
                    <a:pt x="6540754" y="6540754"/>
                  </a:lnTo>
                  <a:close/>
                </a:path>
              </a:pathLst>
            </a:custGeom>
            <a:solidFill>
              <a:srgbClr val="000000">
                <a:alpha val="0"/>
              </a:srgbClr>
            </a:solidFill>
            <a:ln w="12700">
              <a:solidFill>
                <a:srgbClr val="000000"/>
              </a:solidFill>
            </a:ln>
          </p:spPr>
          <p:txBody>
            <a:bodyPr/>
            <a:lstStyle/>
            <a:p>
              <a:endParaRPr lang="en-IN"/>
            </a:p>
          </p:txBody>
        </p:sp>
      </p:grpSp>
      <p:grpSp>
        <p:nvGrpSpPr>
          <p:cNvPr id="7" name="Group 7"/>
          <p:cNvGrpSpPr>
            <a:grpSpLocks noChangeAspect="1"/>
          </p:cNvGrpSpPr>
          <p:nvPr/>
        </p:nvGrpSpPr>
        <p:grpSpPr>
          <a:xfrm>
            <a:off x="8104917" y="5880188"/>
            <a:ext cx="2274280" cy="3378112"/>
            <a:chOff x="0" y="0"/>
            <a:chExt cx="4275074" cy="6350000"/>
          </a:xfrm>
        </p:grpSpPr>
        <p:sp>
          <p:nvSpPr>
            <p:cNvPr id="8" name="Freeform 8"/>
            <p:cNvSpPr/>
            <p:nvPr/>
          </p:nvSpPr>
          <p:spPr>
            <a:xfrm>
              <a:off x="0" y="0"/>
              <a:ext cx="4275074" cy="6350000"/>
            </a:xfrm>
            <a:custGeom>
              <a:avLst/>
              <a:gdLst/>
              <a:ahLst/>
              <a:cxnLst/>
              <a:rect l="l" t="t" r="r" b="b"/>
              <a:pathLst>
                <a:path w="4275074" h="6350000">
                  <a:moveTo>
                    <a:pt x="4275074" y="0"/>
                  </a:moveTo>
                  <a:lnTo>
                    <a:pt x="2736723" y="6350000"/>
                  </a:lnTo>
                  <a:lnTo>
                    <a:pt x="0" y="6350000"/>
                  </a:lnTo>
                  <a:lnTo>
                    <a:pt x="1520444" y="0"/>
                  </a:lnTo>
                  <a:lnTo>
                    <a:pt x="4275074" y="0"/>
                  </a:lnTo>
                  <a:close/>
                </a:path>
              </a:pathLst>
            </a:custGeom>
            <a:solidFill>
              <a:srgbClr val="000000">
                <a:alpha val="0"/>
              </a:srgbClr>
            </a:solidFill>
            <a:ln w="12700">
              <a:solidFill>
                <a:srgbClr val="000000"/>
              </a:solidFill>
            </a:ln>
          </p:spPr>
          <p:txBody>
            <a:bodyPr/>
            <a:lstStyle/>
            <a:p>
              <a:endParaRPr lang="en-IN"/>
            </a:p>
          </p:txBody>
        </p:sp>
      </p:grpSp>
      <p:grpSp>
        <p:nvGrpSpPr>
          <p:cNvPr id="9" name="Group 9"/>
          <p:cNvGrpSpPr>
            <a:grpSpLocks noChangeAspect="1"/>
          </p:cNvGrpSpPr>
          <p:nvPr/>
        </p:nvGrpSpPr>
        <p:grpSpPr>
          <a:xfrm>
            <a:off x="10253188" y="5880188"/>
            <a:ext cx="4943125" cy="3366706"/>
            <a:chOff x="0" y="0"/>
            <a:chExt cx="5475623" cy="3729384"/>
          </a:xfrm>
        </p:grpSpPr>
        <p:sp>
          <p:nvSpPr>
            <p:cNvPr id="10" name="Freeform 10"/>
            <p:cNvSpPr/>
            <p:nvPr/>
          </p:nvSpPr>
          <p:spPr>
            <a:xfrm>
              <a:off x="0" y="0"/>
              <a:ext cx="5475623" cy="3729384"/>
            </a:xfrm>
            <a:custGeom>
              <a:avLst/>
              <a:gdLst/>
              <a:ahLst/>
              <a:cxnLst/>
              <a:rect l="l" t="t" r="r" b="b"/>
              <a:pathLst>
                <a:path w="5475623" h="3729384">
                  <a:moveTo>
                    <a:pt x="3322462" y="3729384"/>
                  </a:moveTo>
                  <a:lnTo>
                    <a:pt x="0" y="3729384"/>
                  </a:lnTo>
                  <a:lnTo>
                    <a:pt x="2153161" y="0"/>
                  </a:lnTo>
                  <a:lnTo>
                    <a:pt x="5475623" y="0"/>
                  </a:lnTo>
                  <a:lnTo>
                    <a:pt x="3322462" y="3729384"/>
                  </a:lnTo>
                  <a:close/>
                </a:path>
              </a:pathLst>
            </a:custGeom>
            <a:solidFill>
              <a:srgbClr val="FFFFFF"/>
            </a:solidFill>
          </p:spPr>
          <p:txBody>
            <a:bodyPr/>
            <a:lstStyle/>
            <a:p>
              <a:endParaRPr lang="en-IN"/>
            </a:p>
          </p:txBody>
        </p:sp>
        <p:sp>
          <p:nvSpPr>
            <p:cNvPr id="11" name="Freeform 11"/>
            <p:cNvSpPr/>
            <p:nvPr/>
          </p:nvSpPr>
          <p:spPr>
            <a:xfrm>
              <a:off x="0" y="0"/>
              <a:ext cx="5475623" cy="3729384"/>
            </a:xfrm>
            <a:custGeom>
              <a:avLst/>
              <a:gdLst/>
              <a:ahLst/>
              <a:cxnLst/>
              <a:rect l="l" t="t" r="r" b="b"/>
              <a:pathLst>
                <a:path w="5475623" h="3729384">
                  <a:moveTo>
                    <a:pt x="3322462" y="3729384"/>
                  </a:moveTo>
                  <a:lnTo>
                    <a:pt x="0" y="3729384"/>
                  </a:lnTo>
                  <a:lnTo>
                    <a:pt x="2153161" y="0"/>
                  </a:lnTo>
                  <a:lnTo>
                    <a:pt x="5475623" y="0"/>
                  </a:lnTo>
                  <a:lnTo>
                    <a:pt x="3322462" y="3729384"/>
                  </a:lnTo>
                  <a:close/>
                </a:path>
              </a:pathLst>
            </a:custGeom>
            <a:solidFill>
              <a:srgbClr val="000000">
                <a:alpha val="0"/>
              </a:srgbClr>
            </a:solidFill>
            <a:ln w="12700">
              <a:solidFill>
                <a:srgbClr val="000000"/>
              </a:solidFill>
            </a:ln>
          </p:spPr>
          <p:txBody>
            <a:bodyPr/>
            <a:lstStyle/>
            <a:p>
              <a:endParaRPr lang="en-IN"/>
            </a:p>
          </p:txBody>
        </p:sp>
      </p:grpSp>
      <p:grpSp>
        <p:nvGrpSpPr>
          <p:cNvPr id="12" name="Group 12"/>
          <p:cNvGrpSpPr>
            <a:grpSpLocks noChangeAspect="1"/>
          </p:cNvGrpSpPr>
          <p:nvPr/>
        </p:nvGrpSpPr>
        <p:grpSpPr>
          <a:xfrm>
            <a:off x="12484569" y="1035008"/>
            <a:ext cx="4819363" cy="3452694"/>
            <a:chOff x="0" y="0"/>
            <a:chExt cx="6204890" cy="4445315"/>
          </a:xfrm>
        </p:grpSpPr>
        <p:sp>
          <p:nvSpPr>
            <p:cNvPr id="13" name="Freeform 13"/>
            <p:cNvSpPr/>
            <p:nvPr/>
          </p:nvSpPr>
          <p:spPr>
            <a:xfrm>
              <a:off x="0" y="0"/>
              <a:ext cx="6204890" cy="4445315"/>
            </a:xfrm>
            <a:custGeom>
              <a:avLst/>
              <a:gdLst/>
              <a:ahLst/>
              <a:cxnLst/>
              <a:rect l="l" t="t" r="r" b="b"/>
              <a:pathLst>
                <a:path w="6204890" h="4445315">
                  <a:moveTo>
                    <a:pt x="6204890" y="4443713"/>
                  </a:moveTo>
                  <a:cubicBezTo>
                    <a:pt x="4136594" y="4444247"/>
                    <a:pt x="2068297" y="4444781"/>
                    <a:pt x="0" y="4445315"/>
                  </a:cubicBezTo>
                  <a:cubicBezTo>
                    <a:pt x="1141452" y="3507090"/>
                    <a:pt x="2282904" y="2568864"/>
                    <a:pt x="3424355" y="1630638"/>
                  </a:cubicBezTo>
                  <a:cubicBezTo>
                    <a:pt x="2844676" y="1630615"/>
                    <a:pt x="2264996" y="1630592"/>
                    <a:pt x="1685316" y="1630568"/>
                  </a:cubicBezTo>
                  <a:cubicBezTo>
                    <a:pt x="2345680" y="1087046"/>
                    <a:pt x="3006045" y="543523"/>
                    <a:pt x="3666409" y="0"/>
                  </a:cubicBezTo>
                  <a:cubicBezTo>
                    <a:pt x="4512569" y="113"/>
                    <a:pt x="5358729" y="226"/>
                    <a:pt x="6204889" y="339"/>
                  </a:cubicBezTo>
                  <a:cubicBezTo>
                    <a:pt x="6204889" y="1481463"/>
                    <a:pt x="6204890" y="2962588"/>
                    <a:pt x="6204890" y="4443713"/>
                  </a:cubicBezTo>
                  <a:close/>
                </a:path>
              </a:pathLst>
            </a:custGeom>
            <a:solidFill>
              <a:srgbClr val="FFFFFF"/>
            </a:solidFill>
          </p:spPr>
          <p:txBody>
            <a:bodyPr/>
            <a:lstStyle/>
            <a:p>
              <a:endParaRPr lang="en-IN"/>
            </a:p>
          </p:txBody>
        </p:sp>
        <p:sp>
          <p:nvSpPr>
            <p:cNvPr id="14" name="Freeform 14"/>
            <p:cNvSpPr/>
            <p:nvPr/>
          </p:nvSpPr>
          <p:spPr>
            <a:xfrm>
              <a:off x="0" y="0"/>
              <a:ext cx="6204890" cy="4445315"/>
            </a:xfrm>
            <a:custGeom>
              <a:avLst/>
              <a:gdLst/>
              <a:ahLst/>
              <a:cxnLst/>
              <a:rect l="l" t="t" r="r" b="b"/>
              <a:pathLst>
                <a:path w="6204890" h="4445315">
                  <a:moveTo>
                    <a:pt x="6204890" y="4443713"/>
                  </a:moveTo>
                  <a:cubicBezTo>
                    <a:pt x="4136594" y="4444247"/>
                    <a:pt x="2068297" y="4444781"/>
                    <a:pt x="0" y="4445315"/>
                  </a:cubicBezTo>
                  <a:cubicBezTo>
                    <a:pt x="1141452" y="3507090"/>
                    <a:pt x="2282904" y="2568864"/>
                    <a:pt x="3424355" y="1630638"/>
                  </a:cubicBezTo>
                  <a:cubicBezTo>
                    <a:pt x="2844676" y="1630615"/>
                    <a:pt x="2264996" y="1630592"/>
                    <a:pt x="1685316" y="1630568"/>
                  </a:cubicBezTo>
                  <a:cubicBezTo>
                    <a:pt x="2345680" y="1087046"/>
                    <a:pt x="3006045" y="543523"/>
                    <a:pt x="3666409" y="0"/>
                  </a:cubicBezTo>
                  <a:cubicBezTo>
                    <a:pt x="4512569" y="113"/>
                    <a:pt x="5358729" y="226"/>
                    <a:pt x="6204889" y="339"/>
                  </a:cubicBezTo>
                  <a:cubicBezTo>
                    <a:pt x="6204889" y="1481463"/>
                    <a:pt x="6204890" y="2962588"/>
                    <a:pt x="6204890" y="4443713"/>
                  </a:cubicBezTo>
                  <a:close/>
                </a:path>
              </a:pathLst>
            </a:custGeom>
            <a:solidFill>
              <a:srgbClr val="000000">
                <a:alpha val="0"/>
              </a:srgbClr>
            </a:solidFill>
            <a:ln w="12700">
              <a:solidFill>
                <a:srgbClr val="000000"/>
              </a:solidFill>
            </a:ln>
          </p:spPr>
          <p:txBody>
            <a:bodyPr/>
            <a:lstStyle/>
            <a:p>
              <a:endParaRPr lang="en-IN"/>
            </a:p>
          </p:txBody>
        </p:sp>
      </p:grpSp>
      <p:grpSp>
        <p:nvGrpSpPr>
          <p:cNvPr id="15" name="Group 15"/>
          <p:cNvGrpSpPr/>
          <p:nvPr/>
        </p:nvGrpSpPr>
        <p:grpSpPr>
          <a:xfrm>
            <a:off x="0" y="0"/>
            <a:ext cx="6479889" cy="10287000"/>
            <a:chOff x="0" y="0"/>
            <a:chExt cx="1706637" cy="2709333"/>
          </a:xfrm>
        </p:grpSpPr>
        <p:sp>
          <p:nvSpPr>
            <p:cNvPr id="16" name="Freeform 16"/>
            <p:cNvSpPr/>
            <p:nvPr/>
          </p:nvSpPr>
          <p:spPr>
            <a:xfrm>
              <a:off x="0" y="0"/>
              <a:ext cx="1706637" cy="2709333"/>
            </a:xfrm>
            <a:custGeom>
              <a:avLst/>
              <a:gdLst/>
              <a:ahLst/>
              <a:cxnLst/>
              <a:rect l="l" t="t" r="r" b="b"/>
              <a:pathLst>
                <a:path w="1706637" h="2709333">
                  <a:moveTo>
                    <a:pt x="0" y="0"/>
                  </a:moveTo>
                  <a:lnTo>
                    <a:pt x="1706637" y="0"/>
                  </a:lnTo>
                  <a:lnTo>
                    <a:pt x="1706637" y="2709333"/>
                  </a:lnTo>
                  <a:lnTo>
                    <a:pt x="0" y="2709333"/>
                  </a:lnTo>
                  <a:close/>
                </a:path>
              </a:pathLst>
            </a:custGeom>
            <a:solidFill>
              <a:srgbClr val="E8223B"/>
            </a:solidFill>
          </p:spPr>
          <p:txBody>
            <a:bodyPr/>
            <a:lstStyle/>
            <a:p>
              <a:endParaRPr lang="en-IN"/>
            </a:p>
          </p:txBody>
        </p:sp>
        <p:sp>
          <p:nvSpPr>
            <p:cNvPr id="17" name="TextBox 17"/>
            <p:cNvSpPr txBox="1"/>
            <p:nvPr/>
          </p:nvSpPr>
          <p:spPr>
            <a:xfrm>
              <a:off x="0" y="-28575"/>
              <a:ext cx="1706637" cy="2737908"/>
            </a:xfrm>
            <a:prstGeom prst="rect">
              <a:avLst/>
            </a:prstGeom>
          </p:spPr>
          <p:txBody>
            <a:bodyPr lIns="50800" tIns="50800" rIns="50800" bIns="50800" rtlCol="0" anchor="ctr"/>
            <a:lstStyle/>
            <a:p>
              <a:pPr algn="ctr">
                <a:lnSpc>
                  <a:spcPts val="2100"/>
                </a:lnSpc>
              </a:pPr>
              <a:endParaRPr/>
            </a:p>
          </p:txBody>
        </p:sp>
      </p:grpSp>
      <p:sp>
        <p:nvSpPr>
          <p:cNvPr id="18" name="TextBox 18"/>
          <p:cNvSpPr txBox="1"/>
          <p:nvPr/>
        </p:nvSpPr>
        <p:spPr>
          <a:xfrm>
            <a:off x="1028700" y="1019175"/>
            <a:ext cx="4632039" cy="1838325"/>
          </a:xfrm>
          <a:prstGeom prst="rect">
            <a:avLst/>
          </a:prstGeom>
        </p:spPr>
        <p:txBody>
          <a:bodyPr lIns="0" tIns="0" rIns="0" bIns="0" rtlCol="0" anchor="t">
            <a:spAutoFit/>
          </a:bodyPr>
          <a:lstStyle/>
          <a:p>
            <a:pPr algn="l">
              <a:lnSpc>
                <a:spcPts val="7200"/>
              </a:lnSpc>
            </a:pPr>
            <a:r>
              <a:rPr lang="en-US" sz="6000">
                <a:solidFill>
                  <a:srgbClr val="FFFFFF"/>
                </a:solidFill>
                <a:latin typeface="TT Hoves Bold"/>
                <a:ea typeface="TT Hoves Bold"/>
                <a:cs typeface="TT Hoves Bold"/>
                <a:sym typeface="TT Hoves Bold"/>
              </a:rPr>
              <a:t>Resource </a:t>
            </a:r>
          </a:p>
          <a:p>
            <a:pPr algn="l">
              <a:lnSpc>
                <a:spcPts val="7200"/>
              </a:lnSpc>
            </a:pPr>
            <a:r>
              <a:rPr lang="en-US" sz="6000">
                <a:solidFill>
                  <a:srgbClr val="FFFFFF"/>
                </a:solidFill>
                <a:latin typeface="TT Hoves Bold"/>
                <a:ea typeface="TT Hoves Bold"/>
                <a:cs typeface="TT Hoves Bold"/>
                <a:sym typeface="TT Hoves Bold"/>
              </a:rPr>
              <a:t>Page</a:t>
            </a:r>
          </a:p>
        </p:txBody>
      </p:sp>
      <p:sp>
        <p:nvSpPr>
          <p:cNvPr id="19" name="TextBox 19"/>
          <p:cNvSpPr txBox="1"/>
          <p:nvPr/>
        </p:nvSpPr>
        <p:spPr>
          <a:xfrm>
            <a:off x="1028700" y="6757035"/>
            <a:ext cx="4283761" cy="2501265"/>
          </a:xfrm>
          <a:prstGeom prst="rect">
            <a:avLst/>
          </a:prstGeom>
        </p:spPr>
        <p:txBody>
          <a:bodyPr lIns="0" tIns="0" rIns="0" bIns="0" rtlCol="0" anchor="t">
            <a:spAutoFit/>
          </a:bodyPr>
          <a:lstStyle/>
          <a:p>
            <a:pPr algn="l">
              <a:lnSpc>
                <a:spcPts val="3359"/>
              </a:lnSpc>
            </a:pPr>
            <a:r>
              <a:rPr lang="en-US" sz="2400" u="none">
                <a:solidFill>
                  <a:srgbClr val="FFFFFF"/>
                </a:solidFill>
                <a:latin typeface="Helios"/>
                <a:ea typeface="Helios"/>
                <a:cs typeface="Helios"/>
                <a:sym typeface="Helios"/>
              </a:rPr>
              <a:t>Use these design resources</a:t>
            </a:r>
          </a:p>
          <a:p>
            <a:pPr algn="l">
              <a:lnSpc>
                <a:spcPts val="3359"/>
              </a:lnSpc>
            </a:pPr>
            <a:r>
              <a:rPr lang="en-US" sz="2400" u="none">
                <a:solidFill>
                  <a:srgbClr val="FFFFFF"/>
                </a:solidFill>
                <a:latin typeface="Helios"/>
                <a:ea typeface="Helios"/>
                <a:cs typeface="Helios"/>
                <a:sym typeface="Helios"/>
              </a:rPr>
              <a:t>in your Canva Presentation. Happy designing! </a:t>
            </a:r>
          </a:p>
          <a:p>
            <a:pPr algn="l">
              <a:lnSpc>
                <a:spcPts val="3359"/>
              </a:lnSpc>
            </a:pPr>
            <a:endParaRPr lang="en-US" sz="2400" u="none">
              <a:solidFill>
                <a:srgbClr val="FFFFFF"/>
              </a:solidFill>
              <a:latin typeface="Helios"/>
              <a:ea typeface="Helios"/>
              <a:cs typeface="Helios"/>
              <a:sym typeface="Helios"/>
            </a:endParaRPr>
          </a:p>
          <a:p>
            <a:pPr algn="l">
              <a:lnSpc>
                <a:spcPts val="3359"/>
              </a:lnSpc>
            </a:pPr>
            <a:r>
              <a:rPr lang="en-US" sz="2400" u="none">
                <a:solidFill>
                  <a:srgbClr val="FFFFFF"/>
                </a:solidFill>
                <a:latin typeface="Helios"/>
                <a:ea typeface="Helios"/>
                <a:cs typeface="Helios"/>
                <a:sym typeface="Helios"/>
              </a:rPr>
              <a:t>Delete or hide this page </a:t>
            </a:r>
          </a:p>
          <a:p>
            <a:pPr algn="l">
              <a:lnSpc>
                <a:spcPts val="3359"/>
              </a:lnSpc>
            </a:pPr>
            <a:r>
              <a:rPr lang="en-US" sz="2400" u="none">
                <a:solidFill>
                  <a:srgbClr val="FFFFFF"/>
                </a:solidFill>
                <a:latin typeface="Helios"/>
                <a:ea typeface="Helios"/>
                <a:cs typeface="Helios"/>
                <a:sym typeface="Helios"/>
              </a:rPr>
              <a:t>before presenting.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479889" cy="10287000"/>
            <a:chOff x="0" y="0"/>
            <a:chExt cx="1706637" cy="2709333"/>
          </a:xfrm>
        </p:grpSpPr>
        <p:sp>
          <p:nvSpPr>
            <p:cNvPr id="3" name="Freeform 3"/>
            <p:cNvSpPr/>
            <p:nvPr/>
          </p:nvSpPr>
          <p:spPr>
            <a:xfrm>
              <a:off x="0" y="0"/>
              <a:ext cx="1706637" cy="2709333"/>
            </a:xfrm>
            <a:custGeom>
              <a:avLst/>
              <a:gdLst/>
              <a:ahLst/>
              <a:cxnLst/>
              <a:rect l="l" t="t" r="r" b="b"/>
              <a:pathLst>
                <a:path w="1706637" h="2709333">
                  <a:moveTo>
                    <a:pt x="0" y="0"/>
                  </a:moveTo>
                  <a:lnTo>
                    <a:pt x="1706637" y="0"/>
                  </a:lnTo>
                  <a:lnTo>
                    <a:pt x="1706637" y="2709333"/>
                  </a:lnTo>
                  <a:lnTo>
                    <a:pt x="0" y="2709333"/>
                  </a:lnTo>
                  <a:close/>
                </a:path>
              </a:pathLst>
            </a:custGeom>
            <a:solidFill>
              <a:srgbClr val="E8223B"/>
            </a:solidFill>
          </p:spPr>
          <p:txBody>
            <a:bodyPr/>
            <a:lstStyle/>
            <a:p>
              <a:endParaRPr lang="en-IN"/>
            </a:p>
          </p:txBody>
        </p:sp>
        <p:sp>
          <p:nvSpPr>
            <p:cNvPr id="4" name="TextBox 4"/>
            <p:cNvSpPr txBox="1"/>
            <p:nvPr/>
          </p:nvSpPr>
          <p:spPr>
            <a:xfrm>
              <a:off x="0" y="-28575"/>
              <a:ext cx="1706637" cy="2737908"/>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1019175"/>
            <a:ext cx="4632039" cy="1838325"/>
          </a:xfrm>
          <a:prstGeom prst="rect">
            <a:avLst/>
          </a:prstGeom>
        </p:spPr>
        <p:txBody>
          <a:bodyPr lIns="0" tIns="0" rIns="0" bIns="0" rtlCol="0" anchor="t">
            <a:spAutoFit/>
          </a:bodyPr>
          <a:lstStyle/>
          <a:p>
            <a:pPr algn="l">
              <a:lnSpc>
                <a:spcPts val="7200"/>
              </a:lnSpc>
            </a:pPr>
            <a:r>
              <a:rPr lang="en-US" sz="6000">
                <a:solidFill>
                  <a:srgbClr val="FFFFFF"/>
                </a:solidFill>
                <a:latin typeface="TT Hoves Bold"/>
                <a:ea typeface="TT Hoves Bold"/>
                <a:cs typeface="TT Hoves Bold"/>
                <a:sym typeface="TT Hoves Bold"/>
              </a:rPr>
              <a:t>Resource </a:t>
            </a:r>
          </a:p>
          <a:p>
            <a:pPr algn="l">
              <a:lnSpc>
                <a:spcPts val="7200"/>
              </a:lnSpc>
            </a:pPr>
            <a:r>
              <a:rPr lang="en-US" sz="6000">
                <a:solidFill>
                  <a:srgbClr val="FFFFFF"/>
                </a:solidFill>
                <a:latin typeface="TT Hoves Bold"/>
                <a:ea typeface="TT Hoves Bold"/>
                <a:cs typeface="TT Hoves Bold"/>
                <a:sym typeface="TT Hoves Bold"/>
              </a:rPr>
              <a:t>Page</a:t>
            </a:r>
          </a:p>
        </p:txBody>
      </p:sp>
      <p:sp>
        <p:nvSpPr>
          <p:cNvPr id="6" name="TextBox 6"/>
          <p:cNvSpPr txBox="1"/>
          <p:nvPr/>
        </p:nvSpPr>
        <p:spPr>
          <a:xfrm>
            <a:off x="1028700" y="5918835"/>
            <a:ext cx="4306345" cy="3339465"/>
          </a:xfrm>
          <a:prstGeom prst="rect">
            <a:avLst/>
          </a:prstGeom>
        </p:spPr>
        <p:txBody>
          <a:bodyPr lIns="0" tIns="0" rIns="0" bIns="0" rtlCol="0" anchor="t">
            <a:spAutoFit/>
          </a:bodyPr>
          <a:lstStyle/>
          <a:p>
            <a:pPr algn="l">
              <a:lnSpc>
                <a:spcPts val="3359"/>
              </a:lnSpc>
            </a:pPr>
            <a:r>
              <a:rPr lang="en-US" sz="2400">
                <a:solidFill>
                  <a:srgbClr val="FFFFFF"/>
                </a:solidFill>
                <a:latin typeface="Helios"/>
                <a:ea typeface="Helios"/>
                <a:cs typeface="Helios"/>
                <a:sym typeface="Helios"/>
              </a:rPr>
              <a:t>Find the magic and fun</a:t>
            </a:r>
          </a:p>
          <a:p>
            <a:pPr algn="l">
              <a:lnSpc>
                <a:spcPts val="3359"/>
              </a:lnSpc>
            </a:pPr>
            <a:r>
              <a:rPr lang="en-US" sz="2400">
                <a:solidFill>
                  <a:srgbClr val="FFFFFF"/>
                </a:solidFill>
                <a:latin typeface="Helios"/>
                <a:ea typeface="Helios"/>
                <a:cs typeface="Helios"/>
                <a:sym typeface="Helios"/>
              </a:rPr>
              <a:t>in presenting with Canva Presentations. Press the following keys while on</a:t>
            </a:r>
          </a:p>
          <a:p>
            <a:pPr algn="l">
              <a:lnSpc>
                <a:spcPts val="3359"/>
              </a:lnSpc>
            </a:pPr>
            <a:r>
              <a:rPr lang="en-US" sz="2400">
                <a:solidFill>
                  <a:srgbClr val="FFFFFF"/>
                </a:solidFill>
                <a:latin typeface="Helios"/>
                <a:ea typeface="Helios"/>
                <a:cs typeface="Helios"/>
                <a:sym typeface="Helios"/>
              </a:rPr>
              <a:t>Present mode!</a:t>
            </a:r>
          </a:p>
          <a:p>
            <a:pPr algn="l">
              <a:lnSpc>
                <a:spcPts val="3359"/>
              </a:lnSpc>
            </a:pPr>
            <a:endParaRPr lang="en-US" sz="2400">
              <a:solidFill>
                <a:srgbClr val="FFFFFF"/>
              </a:solidFill>
              <a:latin typeface="Helios"/>
              <a:ea typeface="Helios"/>
              <a:cs typeface="Helios"/>
              <a:sym typeface="Helios"/>
            </a:endParaRPr>
          </a:p>
          <a:p>
            <a:pPr algn="l">
              <a:lnSpc>
                <a:spcPts val="3359"/>
              </a:lnSpc>
            </a:pPr>
            <a:r>
              <a:rPr lang="en-US" sz="2400">
                <a:solidFill>
                  <a:srgbClr val="FFFFFF"/>
                </a:solidFill>
                <a:latin typeface="Helios"/>
                <a:ea typeface="Helios"/>
                <a:cs typeface="Helios"/>
                <a:sym typeface="Helios"/>
              </a:rPr>
              <a:t>Delete or hide this page </a:t>
            </a:r>
          </a:p>
          <a:p>
            <a:pPr algn="l">
              <a:lnSpc>
                <a:spcPts val="3359"/>
              </a:lnSpc>
            </a:pPr>
            <a:r>
              <a:rPr lang="en-US" sz="2400">
                <a:solidFill>
                  <a:srgbClr val="FFFFFF"/>
                </a:solidFill>
                <a:latin typeface="Helios"/>
                <a:ea typeface="Helios"/>
                <a:cs typeface="Helios"/>
                <a:sym typeface="Helios"/>
              </a:rPr>
              <a:t>before presenting. </a:t>
            </a:r>
          </a:p>
        </p:txBody>
      </p:sp>
      <p:graphicFrame>
        <p:nvGraphicFramePr>
          <p:cNvPr id="7" name="Table 7"/>
          <p:cNvGraphicFramePr>
            <a:graphicFrameLocks noGrp="1"/>
          </p:cNvGraphicFramePr>
          <p:nvPr/>
        </p:nvGraphicFramePr>
        <p:xfrm>
          <a:off x="7663914" y="1028700"/>
          <a:ext cx="9604911" cy="8239125"/>
        </p:xfrm>
        <a:graphic>
          <a:graphicData uri="http://schemas.openxmlformats.org/drawingml/2006/table">
            <a:tbl>
              <a:tblPr/>
              <a:tblGrid>
                <a:gridCol w="4802455">
                  <a:extLst>
                    <a:ext uri="{9D8B030D-6E8A-4147-A177-3AD203B41FA5}">
                      <a16:colId xmlns:a16="http://schemas.microsoft.com/office/drawing/2014/main" val="20000"/>
                    </a:ext>
                  </a:extLst>
                </a:gridCol>
                <a:gridCol w="4802455">
                  <a:extLst>
                    <a:ext uri="{9D8B030D-6E8A-4147-A177-3AD203B41FA5}">
                      <a16:colId xmlns:a16="http://schemas.microsoft.com/office/drawing/2014/main" val="20001"/>
                    </a:ext>
                  </a:extLst>
                </a:gridCol>
              </a:tblGrid>
              <a:tr h="2035996">
                <a:tc>
                  <a:txBody>
                    <a:bodyPr/>
                    <a:lstStyle/>
                    <a:p>
                      <a:pPr algn="ctr">
                        <a:lnSpc>
                          <a:spcPts val="3920"/>
                        </a:lnSpc>
                        <a:defRPr/>
                      </a:pPr>
                      <a:r>
                        <a:rPr lang="en-US" sz="2800">
                          <a:solidFill>
                            <a:srgbClr val="2A2E3A"/>
                          </a:solidFill>
                          <a:latin typeface="Helios"/>
                          <a:ea typeface="Helios"/>
                          <a:cs typeface="Helios"/>
                          <a:sym typeface="Helios"/>
                        </a:rPr>
                        <a:t>B for blur</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ctr">
                        <a:lnSpc>
                          <a:spcPts val="3920"/>
                        </a:lnSpc>
                        <a:defRPr/>
                      </a:pPr>
                      <a:r>
                        <a:rPr lang="en-US" sz="2800">
                          <a:solidFill>
                            <a:srgbClr val="2A2E3A"/>
                          </a:solidFill>
                          <a:latin typeface="Helios"/>
                          <a:ea typeface="Helios"/>
                          <a:cs typeface="Helios"/>
                          <a:sym typeface="Helios"/>
                        </a:rPr>
                        <a:t>C for confetti</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0"/>
                  </a:ext>
                </a:extLst>
              </a:tr>
              <a:tr h="2035996">
                <a:tc>
                  <a:txBody>
                    <a:bodyPr/>
                    <a:lstStyle/>
                    <a:p>
                      <a:pPr algn="ctr">
                        <a:lnSpc>
                          <a:spcPts val="3920"/>
                        </a:lnSpc>
                        <a:defRPr/>
                      </a:pPr>
                      <a:r>
                        <a:rPr lang="en-US" sz="2800">
                          <a:solidFill>
                            <a:srgbClr val="2A2E3A"/>
                          </a:solidFill>
                          <a:latin typeface="Helios"/>
                          <a:ea typeface="Helios"/>
                          <a:cs typeface="Helios"/>
                          <a:sym typeface="Helios"/>
                        </a:rPr>
                        <a:t>D for a drumroll</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ctr">
                        <a:lnSpc>
                          <a:spcPts val="3920"/>
                        </a:lnSpc>
                        <a:defRPr/>
                      </a:pPr>
                      <a:r>
                        <a:rPr lang="en-US" sz="2800">
                          <a:solidFill>
                            <a:srgbClr val="2A2E3A"/>
                          </a:solidFill>
                          <a:latin typeface="Helios"/>
                          <a:ea typeface="Helios"/>
                          <a:cs typeface="Helios"/>
                          <a:sym typeface="Helios"/>
                        </a:rPr>
                        <a:t>M for mic drop</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1"/>
                  </a:ext>
                </a:extLst>
              </a:tr>
              <a:tr h="2035996">
                <a:tc>
                  <a:txBody>
                    <a:bodyPr/>
                    <a:lstStyle/>
                    <a:p>
                      <a:pPr algn="ctr">
                        <a:lnSpc>
                          <a:spcPts val="3920"/>
                        </a:lnSpc>
                        <a:defRPr/>
                      </a:pPr>
                      <a:r>
                        <a:rPr lang="en-US" sz="2800">
                          <a:solidFill>
                            <a:srgbClr val="2A2E3A"/>
                          </a:solidFill>
                          <a:latin typeface="Helios"/>
                          <a:ea typeface="Helios"/>
                          <a:cs typeface="Helios"/>
                          <a:sym typeface="Helios"/>
                        </a:rPr>
                        <a:t>O for bubbles</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ctr">
                        <a:lnSpc>
                          <a:spcPts val="3920"/>
                        </a:lnSpc>
                        <a:defRPr/>
                      </a:pPr>
                      <a:r>
                        <a:rPr lang="en-US" sz="2800">
                          <a:solidFill>
                            <a:srgbClr val="2A2E3A"/>
                          </a:solidFill>
                          <a:latin typeface="Helios"/>
                          <a:ea typeface="Helios"/>
                          <a:cs typeface="Helios"/>
                          <a:sym typeface="Helios"/>
                        </a:rPr>
                        <a:t>Q for quiet</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2"/>
                  </a:ext>
                </a:extLst>
              </a:tr>
              <a:tr h="2131136">
                <a:tc>
                  <a:txBody>
                    <a:bodyPr/>
                    <a:lstStyle/>
                    <a:p>
                      <a:pPr algn="ctr">
                        <a:lnSpc>
                          <a:spcPts val="3920"/>
                        </a:lnSpc>
                        <a:defRPr/>
                      </a:pPr>
                      <a:r>
                        <a:rPr lang="en-US" sz="2800">
                          <a:solidFill>
                            <a:srgbClr val="2A2E3A"/>
                          </a:solidFill>
                          <a:latin typeface="Helios"/>
                          <a:ea typeface="Helios"/>
                          <a:cs typeface="Helios"/>
                          <a:sym typeface="Helios"/>
                        </a:rPr>
                        <a:t>U for unveil</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tcPr>
                </a:tc>
                <a:tc>
                  <a:txBody>
                    <a:bodyPr/>
                    <a:lstStyle/>
                    <a:p>
                      <a:pPr algn="ctr">
                        <a:lnSpc>
                          <a:spcPts val="3920"/>
                        </a:lnSpc>
                        <a:defRPr/>
                      </a:pPr>
                      <a:r>
                        <a:rPr lang="en-US" sz="2800">
                          <a:solidFill>
                            <a:srgbClr val="2A2E3A"/>
                          </a:solidFill>
                          <a:latin typeface="Helios"/>
                          <a:ea typeface="Helios"/>
                          <a:cs typeface="Helios"/>
                          <a:sym typeface="Helios"/>
                        </a:rPr>
                        <a:t>Any number from 0-9</a:t>
                      </a:r>
                      <a:endParaRPr lang="en-US" sz="1100"/>
                    </a:p>
                    <a:p>
                      <a:pPr algn="ctr">
                        <a:lnSpc>
                          <a:spcPts val="3920"/>
                        </a:lnSpc>
                      </a:pPr>
                      <a:r>
                        <a:rPr lang="en-US" sz="2800">
                          <a:solidFill>
                            <a:srgbClr val="2A2E3A"/>
                          </a:solidFill>
                          <a:latin typeface="Helios"/>
                          <a:ea typeface="Helios"/>
                          <a:cs typeface="Helios"/>
                          <a:sym typeface="Helios"/>
                        </a:rPr>
                        <a:t>for a timer</a:t>
                      </a:r>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479889" cy="10287000"/>
            <a:chOff x="0" y="0"/>
            <a:chExt cx="1706637" cy="2709333"/>
          </a:xfrm>
        </p:grpSpPr>
        <p:sp>
          <p:nvSpPr>
            <p:cNvPr id="3" name="Freeform 3"/>
            <p:cNvSpPr/>
            <p:nvPr/>
          </p:nvSpPr>
          <p:spPr>
            <a:xfrm>
              <a:off x="0" y="0"/>
              <a:ext cx="1706637" cy="2709333"/>
            </a:xfrm>
            <a:custGeom>
              <a:avLst/>
              <a:gdLst/>
              <a:ahLst/>
              <a:cxnLst/>
              <a:rect l="l" t="t" r="r" b="b"/>
              <a:pathLst>
                <a:path w="1706637" h="2709333">
                  <a:moveTo>
                    <a:pt x="0" y="0"/>
                  </a:moveTo>
                  <a:lnTo>
                    <a:pt x="1706637" y="0"/>
                  </a:lnTo>
                  <a:lnTo>
                    <a:pt x="1706637" y="2709333"/>
                  </a:lnTo>
                  <a:lnTo>
                    <a:pt x="0" y="2709333"/>
                  </a:lnTo>
                  <a:close/>
                </a:path>
              </a:pathLst>
            </a:custGeom>
            <a:solidFill>
              <a:srgbClr val="E8223B"/>
            </a:solidFill>
          </p:spPr>
          <p:txBody>
            <a:bodyPr/>
            <a:lstStyle/>
            <a:p>
              <a:endParaRPr lang="en-IN"/>
            </a:p>
          </p:txBody>
        </p:sp>
        <p:sp>
          <p:nvSpPr>
            <p:cNvPr id="4" name="TextBox 4"/>
            <p:cNvSpPr txBox="1"/>
            <p:nvPr/>
          </p:nvSpPr>
          <p:spPr>
            <a:xfrm>
              <a:off x="0" y="-28575"/>
              <a:ext cx="1706637" cy="2737908"/>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1019175"/>
            <a:ext cx="4632039" cy="1838325"/>
          </a:xfrm>
          <a:prstGeom prst="rect">
            <a:avLst/>
          </a:prstGeom>
        </p:spPr>
        <p:txBody>
          <a:bodyPr lIns="0" tIns="0" rIns="0" bIns="0" rtlCol="0" anchor="t">
            <a:spAutoFit/>
          </a:bodyPr>
          <a:lstStyle/>
          <a:p>
            <a:pPr algn="l">
              <a:lnSpc>
                <a:spcPts val="7200"/>
              </a:lnSpc>
            </a:pPr>
            <a:r>
              <a:rPr lang="en-US" sz="6000">
                <a:solidFill>
                  <a:srgbClr val="FFFFFF"/>
                </a:solidFill>
                <a:latin typeface="TT Hoves Bold"/>
                <a:ea typeface="TT Hoves Bold"/>
                <a:cs typeface="TT Hoves Bold"/>
                <a:sym typeface="TT Hoves Bold"/>
              </a:rPr>
              <a:t>Resource </a:t>
            </a:r>
          </a:p>
          <a:p>
            <a:pPr algn="l">
              <a:lnSpc>
                <a:spcPts val="7200"/>
              </a:lnSpc>
            </a:pPr>
            <a:r>
              <a:rPr lang="en-US" sz="6000">
                <a:solidFill>
                  <a:srgbClr val="FFFFFF"/>
                </a:solidFill>
                <a:latin typeface="TT Hoves Bold"/>
                <a:ea typeface="TT Hoves Bold"/>
                <a:cs typeface="TT Hoves Bold"/>
                <a:sym typeface="TT Hoves Bold"/>
              </a:rPr>
              <a:t>Page</a:t>
            </a:r>
          </a:p>
        </p:txBody>
      </p:sp>
      <p:sp>
        <p:nvSpPr>
          <p:cNvPr id="6" name="TextBox 6"/>
          <p:cNvSpPr txBox="1"/>
          <p:nvPr/>
        </p:nvSpPr>
        <p:spPr>
          <a:xfrm>
            <a:off x="1028700" y="6337935"/>
            <a:ext cx="4283761" cy="2920365"/>
          </a:xfrm>
          <a:prstGeom prst="rect">
            <a:avLst/>
          </a:prstGeom>
        </p:spPr>
        <p:txBody>
          <a:bodyPr lIns="0" tIns="0" rIns="0" bIns="0" rtlCol="0" anchor="t">
            <a:spAutoFit/>
          </a:bodyPr>
          <a:lstStyle/>
          <a:p>
            <a:pPr algn="l">
              <a:lnSpc>
                <a:spcPts val="3359"/>
              </a:lnSpc>
            </a:pPr>
            <a:r>
              <a:rPr lang="en-US" sz="2400">
                <a:solidFill>
                  <a:srgbClr val="FFFFFF"/>
                </a:solidFill>
                <a:latin typeface="Helios"/>
                <a:ea typeface="Helios"/>
                <a:cs typeface="Helios"/>
                <a:sym typeface="Helios"/>
              </a:rPr>
              <a:t>Presenting live not your thing? No worries! Record your Canva Presentation your audience can watch at their own pace.</a:t>
            </a:r>
          </a:p>
          <a:p>
            <a:pPr algn="l">
              <a:lnSpc>
                <a:spcPts val="3359"/>
              </a:lnSpc>
            </a:pPr>
            <a:endParaRPr lang="en-US" sz="2400">
              <a:solidFill>
                <a:srgbClr val="FFFFFF"/>
              </a:solidFill>
              <a:latin typeface="Helios"/>
              <a:ea typeface="Helios"/>
              <a:cs typeface="Helios"/>
              <a:sym typeface="Helios"/>
            </a:endParaRPr>
          </a:p>
          <a:p>
            <a:pPr algn="l">
              <a:lnSpc>
                <a:spcPts val="3359"/>
              </a:lnSpc>
            </a:pPr>
            <a:r>
              <a:rPr lang="en-US" sz="2400">
                <a:solidFill>
                  <a:srgbClr val="FFFFFF"/>
                </a:solidFill>
                <a:latin typeface="Helios"/>
                <a:ea typeface="Helios"/>
                <a:cs typeface="Helios"/>
                <a:sym typeface="Helios"/>
              </a:rPr>
              <a:t>Don't forget to delete or hide this page before presenting. </a:t>
            </a:r>
          </a:p>
        </p:txBody>
      </p:sp>
      <p:graphicFrame>
        <p:nvGraphicFramePr>
          <p:cNvPr id="7" name="Table 7"/>
          <p:cNvGraphicFramePr>
            <a:graphicFrameLocks noGrp="1"/>
          </p:cNvGraphicFramePr>
          <p:nvPr/>
        </p:nvGraphicFramePr>
        <p:xfrm>
          <a:off x="7514792" y="1028700"/>
          <a:ext cx="9855880" cy="8248650"/>
        </p:xfrm>
        <a:graphic>
          <a:graphicData uri="http://schemas.openxmlformats.org/drawingml/2006/table">
            <a:tbl>
              <a:tblPr/>
              <a:tblGrid>
                <a:gridCol w="1066233">
                  <a:extLst>
                    <a:ext uri="{9D8B030D-6E8A-4147-A177-3AD203B41FA5}">
                      <a16:colId xmlns:a16="http://schemas.microsoft.com/office/drawing/2014/main" val="20000"/>
                    </a:ext>
                  </a:extLst>
                </a:gridCol>
                <a:gridCol w="8789647">
                  <a:extLst>
                    <a:ext uri="{9D8B030D-6E8A-4147-A177-3AD203B41FA5}">
                      <a16:colId xmlns:a16="http://schemas.microsoft.com/office/drawing/2014/main" val="20001"/>
                    </a:ext>
                  </a:extLst>
                </a:gridCol>
              </a:tblGrid>
              <a:tr h="1493059">
                <a:tc>
                  <a:txBody>
                    <a:bodyPr/>
                    <a:lstStyle/>
                    <a:p>
                      <a:pPr algn="ctr">
                        <a:lnSpc>
                          <a:spcPts val="3359"/>
                        </a:lnSpc>
                        <a:defRPr/>
                      </a:pPr>
                      <a:r>
                        <a:rPr lang="en-US" sz="2399">
                          <a:solidFill>
                            <a:srgbClr val="A20E20"/>
                          </a:solidFill>
                          <a:latin typeface="Helios Bold"/>
                          <a:ea typeface="Helios Bold"/>
                          <a:cs typeface="Helios Bold"/>
                          <a:sym typeface="Helios Bold"/>
                        </a:rPr>
                        <a:t>1</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hlinkClick r:id="rId2" action="ppaction://hlinksldjump"/>
                        </a:rPr>
                        <a:t>Click the Share button on the top right corner of your screen and select 'Present and Record.'</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19050"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0"/>
                  </a:ext>
                </a:extLst>
              </a:tr>
              <a:tr h="1500728">
                <a:tc>
                  <a:txBody>
                    <a:bodyPr/>
                    <a:lstStyle/>
                    <a:p>
                      <a:pPr algn="ctr">
                        <a:lnSpc>
                          <a:spcPts val="3359"/>
                        </a:lnSpc>
                        <a:defRPr/>
                      </a:pPr>
                      <a:r>
                        <a:rPr lang="en-US" sz="2399">
                          <a:solidFill>
                            <a:srgbClr val="A20E20"/>
                          </a:solidFill>
                          <a:latin typeface="Helios Bold"/>
                          <a:ea typeface="Helios Bold"/>
                          <a:cs typeface="Helios Bold"/>
                          <a:sym typeface="Helios Bold"/>
                        </a:rPr>
                        <a:t>2</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hlinkClick r:id="rId3" action="ppaction://hlinksldjump"/>
                        </a:rPr>
                        <a:t>Click ‘Go to recording studio,’ where you can choose the video and audio source for your video presentation. </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1"/>
                  </a:ext>
                </a:extLst>
              </a:tr>
              <a:tr h="1130538">
                <a:tc>
                  <a:txBody>
                    <a:bodyPr/>
                    <a:lstStyle/>
                    <a:p>
                      <a:pPr algn="ctr">
                        <a:lnSpc>
                          <a:spcPts val="3359"/>
                        </a:lnSpc>
                        <a:defRPr/>
                      </a:pPr>
                      <a:r>
                        <a:rPr lang="en-US" sz="2399">
                          <a:solidFill>
                            <a:srgbClr val="A20E20"/>
                          </a:solidFill>
                          <a:latin typeface="Helios Bold"/>
                          <a:ea typeface="Helios Bold"/>
                          <a:cs typeface="Helios Bold"/>
                          <a:sym typeface="Helios Bold"/>
                        </a:rPr>
                        <a:t>3</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hlinkClick r:id="rId4" action="ppaction://hlinksldjump"/>
                        </a:rPr>
                        <a:t>Feel free to choose the ‘No camera’ option and record your voice only. </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2"/>
                  </a:ext>
                </a:extLst>
              </a:tr>
              <a:tr h="1130538">
                <a:tc>
                  <a:txBody>
                    <a:bodyPr/>
                    <a:lstStyle/>
                    <a:p>
                      <a:pPr algn="ctr">
                        <a:lnSpc>
                          <a:spcPts val="3359"/>
                        </a:lnSpc>
                        <a:defRPr/>
                      </a:pPr>
                      <a:r>
                        <a:rPr lang="en-US" sz="2399">
                          <a:solidFill>
                            <a:srgbClr val="A20E20"/>
                          </a:solidFill>
                          <a:latin typeface="Helios Bold"/>
                          <a:ea typeface="Helios Bold"/>
                          <a:cs typeface="Helios Bold"/>
                          <a:sym typeface="Helios Bold"/>
                        </a:rPr>
                        <a:t>4</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hlinkClick r:id="rId5" action="ppaction://hlinksldjump"/>
                        </a:rPr>
                        <a:t>Start recording, and press pause in between takes if you have to.</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3"/>
                  </a:ext>
                </a:extLst>
              </a:tr>
              <a:tr h="1500728">
                <a:tc>
                  <a:txBody>
                    <a:bodyPr/>
                    <a:lstStyle/>
                    <a:p>
                      <a:pPr algn="ctr">
                        <a:lnSpc>
                          <a:spcPts val="3359"/>
                        </a:lnSpc>
                        <a:defRPr/>
                      </a:pPr>
                      <a:r>
                        <a:rPr lang="en-US" sz="2399">
                          <a:solidFill>
                            <a:srgbClr val="A20E20"/>
                          </a:solidFill>
                          <a:latin typeface="Helios Bold"/>
                          <a:ea typeface="Helios Bold"/>
                          <a:cs typeface="Helios Bold"/>
                          <a:sym typeface="Helios Bold"/>
                        </a:rPr>
                        <a:t>5</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hlinkClick r:id="rId6" action="ppaction://hlinksldjump"/>
                        </a:rPr>
                        <a:t>Once you're done, download your Canva Presentation in MP4 file format or get a link to your Talking Presentation and share it with others. </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9525"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4"/>
                  </a:ext>
                </a:extLst>
              </a:tr>
              <a:tr h="1493059">
                <a:tc>
                  <a:txBody>
                    <a:bodyPr/>
                    <a:lstStyle/>
                    <a:p>
                      <a:pPr algn="ctr">
                        <a:lnSpc>
                          <a:spcPts val="3359"/>
                        </a:lnSpc>
                        <a:defRPr/>
                      </a:pPr>
                      <a:r>
                        <a:rPr lang="en-US" sz="2399">
                          <a:solidFill>
                            <a:srgbClr val="A20E20"/>
                          </a:solidFill>
                          <a:latin typeface="Helios Bold"/>
                          <a:ea typeface="Helios Bold"/>
                          <a:cs typeface="Helios Bold"/>
                          <a:sym typeface="Helios Bold"/>
                        </a:rPr>
                        <a:t>6</a:t>
                      </a:r>
                      <a:endParaRPr lang="en-US" sz="1100"/>
                    </a:p>
                  </a:txBody>
                  <a:tcPr marL="190500" marR="190500" marT="190500" marB="190500" anchor="ctr">
                    <a:lnL w="19050" cap="flat" cmpd="sng" algn="ctr">
                      <a:solidFill>
                        <a:srgbClr val="2A2E3A"/>
                      </a:solidFill>
                      <a:prstDash val="solid"/>
                      <a:round/>
                      <a:headEnd type="none" w="med" len="med"/>
                      <a:tailEnd type="none" w="med" len="med"/>
                    </a:lnL>
                    <a:lnR w="9525"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tcPr>
                </a:tc>
                <a:tc>
                  <a:txBody>
                    <a:bodyPr/>
                    <a:lstStyle/>
                    <a:p>
                      <a:pPr algn="l">
                        <a:lnSpc>
                          <a:spcPts val="2799"/>
                        </a:lnSpc>
                        <a:defRPr/>
                      </a:pPr>
                      <a:r>
                        <a:rPr lang="en-US" sz="1999">
                          <a:solidFill>
                            <a:srgbClr val="2A2E3A"/>
                          </a:solidFill>
                          <a:latin typeface="Helios"/>
                          <a:ea typeface="Helios"/>
                          <a:cs typeface="Helios"/>
                          <a:sym typeface="Helios"/>
                          <a:hlinkClick r:id="rId6" action="ppaction://hlinksldjump"/>
                        </a:rPr>
                        <a:t>You can also record a video inside the editor! Go to 'Uploads' and click on 'Record yourself'.</a:t>
                      </a:r>
                      <a:endParaRPr lang="en-US" sz="1100"/>
                    </a:p>
                  </a:txBody>
                  <a:tcPr marL="190500" marR="190500" marT="190500" marB="190500" anchor="ctr">
                    <a:lnL w="9525" cap="flat" cmpd="sng" algn="ctr">
                      <a:solidFill>
                        <a:srgbClr val="2A2E3A"/>
                      </a:solidFill>
                      <a:prstDash val="solid"/>
                      <a:round/>
                      <a:headEnd type="none" w="med" len="med"/>
                      <a:tailEnd type="none" w="med" len="med"/>
                    </a:lnL>
                    <a:lnR w="19050" cap="flat" cmpd="sng" algn="ctr">
                      <a:solidFill>
                        <a:srgbClr val="2A2E3A"/>
                      </a:solidFill>
                      <a:prstDash val="solid"/>
                      <a:round/>
                      <a:headEnd type="none" w="med" len="med"/>
                      <a:tailEnd type="none" w="med" len="med"/>
                    </a:lnR>
                    <a:lnT w="9525" cap="flat" cmpd="sng" algn="ctr">
                      <a:solidFill>
                        <a:srgbClr val="2A2E3A"/>
                      </a:solidFill>
                      <a:prstDash val="solid"/>
                      <a:round/>
                      <a:headEnd type="none" w="med" len="med"/>
                      <a:tailEnd type="none" w="med" len="med"/>
                    </a:lnT>
                    <a:lnB w="19050" cap="flat" cmpd="sng" algn="ctr">
                      <a:solidFill>
                        <a:srgbClr val="2A2E3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1116</Words>
  <Application>Microsoft Office PowerPoint</Application>
  <PresentationFormat>Custom</PresentationFormat>
  <Paragraphs>208</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TT Hoves Bold</vt:lpstr>
      <vt:lpstr>Helios Italics</vt:lpstr>
      <vt:lpstr>Helios</vt:lpstr>
      <vt:lpstr>Helios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Company Profile Business Presentation in Red Maroon White Geometric Style</dc:title>
  <cp:lastModifiedBy>Utkarsh 27</cp:lastModifiedBy>
  <cp:revision>5</cp:revision>
  <dcterms:created xsi:type="dcterms:W3CDTF">2006-08-16T00:00:00Z</dcterms:created>
  <dcterms:modified xsi:type="dcterms:W3CDTF">2024-07-03T17:34:29Z</dcterms:modified>
  <dc:identifier>DAGJ6S34oxo</dc:identifier>
</cp:coreProperties>
</file>