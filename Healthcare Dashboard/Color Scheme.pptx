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DCE"/>
    <a:srgbClr val="025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>
      <p:cViewPr>
        <p:scale>
          <a:sx n="100" d="100"/>
          <a:sy n="100" d="100"/>
        </p:scale>
        <p:origin x="7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F03E-E48D-4EEC-8665-BE8B68B2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8898-98DB-473F-B326-FB3F6BD64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5F9E-13D5-48CF-970D-9A05AB5F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EFC9-1CCB-4F79-BDC1-422C91F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9CC6-B66B-45C6-8FEE-1F61FFBE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57D4-8E09-4806-8A3A-B97A0CFA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F803-0A36-4B54-87DF-5BBD0C7B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2423E-59F9-4098-80B0-D67B5E6D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05E0-D159-458F-88A6-687A82F2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169D1-479C-48A7-9302-7083D2BB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60AD-447C-4CB7-BABB-740AE913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825B-F138-485A-B1F2-A11BF737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7E84E-0140-430A-A34B-A08B162C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568E-BE5D-49ED-AE4E-BBA5800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3E2B-EE5D-4440-ADD1-4854595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5373-B2CB-4689-876B-6E067C0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087-686A-48C4-BEB0-71458E764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2C8A-CA81-4531-AF0F-8E7F26A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9A7B-B486-4EE5-A76E-823796FB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0451-2356-48BF-8079-EABB3D6B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E626-ACF5-450D-B21A-07E6D68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9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004C-7E94-404B-90FD-8B1440B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9ACCB-80A2-4E55-8F74-BA4454F9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EECD0-2F77-4284-B015-1EE95B68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0531-F261-4036-B4AB-36CC2752D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8B2DB-7A5C-417D-BF8E-220336A5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C3DA6-6CE2-4DD0-B520-9468783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F1DF3-12DD-41A3-8162-C984BC6A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F9B0F-E25A-496E-9416-998AA8F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D580-F59E-4060-9EC9-C8B019C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70B3-2175-4473-A150-25CC400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093D7-DC9D-4963-BBEB-14A7415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6ED6-F78D-476A-8EAF-E9EF2AB9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61E7B-4667-45E9-999E-70F08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7C17E-98DE-4399-A9BF-3287A9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6EA47-D14B-494E-8D9E-8E1F7E84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0B37-B08D-441F-9014-10AC379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F87B-2786-428F-B855-7388B61A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4CC2B-AF7B-4876-AF89-B1C7CD67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60DF9-4EC7-4E7E-8F63-960FDBF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3194-3FFC-466C-9BC6-DDDCFABA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A213-DF3E-45F8-88EF-0E6A822B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6A04-7EBF-4A27-898A-9BBDE8CF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E68D5-10A1-4541-A431-A6DFE710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A9567-6C5F-4C40-A35C-D8E835CF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5A7C6-2E87-47F3-830A-0920E529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D4FD-367F-4CF3-9921-D64E4984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3D27-D7CE-466D-AAC8-574FEA4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9E78-E565-45DF-B76A-73FB20C8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8008-1312-4A06-9DF8-FBAEF002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064FA-05E9-4724-8715-0DBFDB24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83A7-48AA-4111-ADCB-A6819428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F17B-3512-4C4F-8F40-5C9D8F00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65CBC-347F-4791-9396-182DD7445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532C-E8A4-4A35-8106-CD699E98E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F05A-CE18-4A0E-84CE-B273373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68B1-643F-4C8C-95B0-7D1F2840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22ADB-DBF0-4342-B891-AE40648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99C7-17B3-435F-88CB-6722107E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B45F0-3320-4E48-A4B8-CE1026EF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9507-13CD-47C6-B3E4-D7AF3653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B83A-8DBC-4138-8F8E-346F2B186E5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FE77-CB00-4F2E-A392-E8F9A2EE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40AD-529A-4BE2-BC49-21AD5F4E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9BA63F-AC42-45C9-8C70-4565C515748B}"/>
              </a:ext>
            </a:extLst>
          </p:cNvPr>
          <p:cNvSpPr/>
          <p:nvPr/>
        </p:nvSpPr>
        <p:spPr>
          <a:xfrm>
            <a:off x="3509439" y="1554608"/>
            <a:ext cx="3068185" cy="928465"/>
          </a:xfrm>
          <a:custGeom>
            <a:avLst/>
            <a:gdLst>
              <a:gd name="connsiteX0" fmla="*/ 137834 w 3068185"/>
              <a:gd name="connsiteY0" fmla="*/ 0 h 1856930"/>
              <a:gd name="connsiteX1" fmla="*/ 2931269 w 3068185"/>
              <a:gd name="connsiteY1" fmla="*/ 0 h 1856930"/>
              <a:gd name="connsiteX2" fmla="*/ 3068185 w 3068185"/>
              <a:gd name="connsiteY2" fmla="*/ 136916 h 1856930"/>
              <a:gd name="connsiteX3" fmla="*/ 3068185 w 3068185"/>
              <a:gd name="connsiteY3" fmla="*/ 1358293 h 1856930"/>
              <a:gd name="connsiteX4" fmla="*/ 2931269 w 3068185"/>
              <a:gd name="connsiteY4" fmla="*/ 1495209 h 1856930"/>
              <a:gd name="connsiteX5" fmla="*/ 646847 w 3068185"/>
              <a:gd name="connsiteY5" fmla="*/ 1495209 h 1856930"/>
              <a:gd name="connsiteX6" fmla="*/ 646847 w 3068185"/>
              <a:gd name="connsiteY6" fmla="*/ 1797698 h 1856930"/>
              <a:gd name="connsiteX7" fmla="*/ 587615 w 3068185"/>
              <a:gd name="connsiteY7" fmla="*/ 1856930 h 1856930"/>
              <a:gd name="connsiteX8" fmla="*/ 59232 w 3068185"/>
              <a:gd name="connsiteY8" fmla="*/ 1856930 h 1856930"/>
              <a:gd name="connsiteX9" fmla="*/ 0 w 3068185"/>
              <a:gd name="connsiteY9" fmla="*/ 1797698 h 1856930"/>
              <a:gd name="connsiteX10" fmla="*/ 0 w 3068185"/>
              <a:gd name="connsiteY10" fmla="*/ 420953 h 1856930"/>
              <a:gd name="connsiteX11" fmla="*/ 918 w 3068185"/>
              <a:gd name="connsiteY11" fmla="*/ 418737 h 1856930"/>
              <a:gd name="connsiteX12" fmla="*/ 918 w 3068185"/>
              <a:gd name="connsiteY12" fmla="*/ 136916 h 1856930"/>
              <a:gd name="connsiteX13" fmla="*/ 137834 w 3068185"/>
              <a:gd name="connsiteY13" fmla="*/ 0 h 18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8185" h="1856930">
                <a:moveTo>
                  <a:pt x="137834" y="0"/>
                </a:moveTo>
                <a:lnTo>
                  <a:pt x="2931269" y="0"/>
                </a:lnTo>
                <a:cubicBezTo>
                  <a:pt x="3006886" y="0"/>
                  <a:pt x="3068185" y="61299"/>
                  <a:pt x="3068185" y="136916"/>
                </a:cubicBezTo>
                <a:lnTo>
                  <a:pt x="3068185" y="1358293"/>
                </a:lnTo>
                <a:cubicBezTo>
                  <a:pt x="3068185" y="1433910"/>
                  <a:pt x="3006886" y="1495209"/>
                  <a:pt x="2931269" y="1495209"/>
                </a:cubicBezTo>
                <a:lnTo>
                  <a:pt x="646847" y="1495209"/>
                </a:lnTo>
                <a:lnTo>
                  <a:pt x="646847" y="1797698"/>
                </a:lnTo>
                <a:cubicBezTo>
                  <a:pt x="646847" y="1830411"/>
                  <a:pt x="620328" y="1856930"/>
                  <a:pt x="587615" y="1856930"/>
                </a:cubicBezTo>
                <a:lnTo>
                  <a:pt x="59232" y="1856930"/>
                </a:lnTo>
                <a:cubicBezTo>
                  <a:pt x="26519" y="1856930"/>
                  <a:pt x="0" y="1830411"/>
                  <a:pt x="0" y="1797698"/>
                </a:cubicBezTo>
                <a:lnTo>
                  <a:pt x="0" y="420953"/>
                </a:lnTo>
                <a:lnTo>
                  <a:pt x="918" y="418737"/>
                </a:lnTo>
                <a:lnTo>
                  <a:pt x="918" y="136916"/>
                </a:lnTo>
                <a:cubicBezTo>
                  <a:pt x="918" y="61299"/>
                  <a:pt x="62217" y="0"/>
                  <a:pt x="1378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30082-0889-4E37-B68B-23B3CDF18ED5}"/>
              </a:ext>
            </a:extLst>
          </p:cNvPr>
          <p:cNvSpPr/>
          <p:nvPr/>
        </p:nvSpPr>
        <p:spPr>
          <a:xfrm>
            <a:off x="2261106" y="15546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76D73B5C-4F62-4B21-99FC-EA36E59ADA0E}"/>
              </a:ext>
            </a:extLst>
          </p:cNvPr>
          <p:cNvSpPr/>
          <p:nvPr/>
        </p:nvSpPr>
        <p:spPr>
          <a:xfrm>
            <a:off x="4446815" y="2657789"/>
            <a:ext cx="2385452" cy="703257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A1CFD4-D245-4CE5-A2DB-1628DBA25100}"/>
              </a:ext>
            </a:extLst>
          </p:cNvPr>
          <p:cNvSpPr/>
          <p:nvPr/>
        </p:nvSpPr>
        <p:spPr>
          <a:xfrm>
            <a:off x="559627" y="1819784"/>
            <a:ext cx="1701479" cy="145481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62D9AB9-C9F4-1CCE-9553-BE9A31F7D10A}"/>
              </a:ext>
            </a:extLst>
          </p:cNvPr>
          <p:cNvSpPr/>
          <p:nvPr/>
        </p:nvSpPr>
        <p:spPr>
          <a:xfrm>
            <a:off x="180976" y="440533"/>
            <a:ext cx="3105230" cy="1514475"/>
          </a:xfrm>
          <a:prstGeom prst="roundRect">
            <a:avLst>
              <a:gd name="adj" fmla="val 7946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Diagonal Corners Rounded 31">
            <a:extLst>
              <a:ext uri="{FF2B5EF4-FFF2-40B4-BE49-F238E27FC236}">
                <a16:creationId xmlns:a16="http://schemas.microsoft.com/office/drawing/2014/main" id="{ED084C6F-3F2E-1680-C637-38F4C0FD8292}"/>
              </a:ext>
            </a:extLst>
          </p:cNvPr>
          <p:cNvSpPr/>
          <p:nvPr/>
        </p:nvSpPr>
        <p:spPr>
          <a:xfrm>
            <a:off x="5331767" y="450056"/>
            <a:ext cx="1528466" cy="152162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Diagonal Corners Rounded 32">
            <a:extLst>
              <a:ext uri="{FF2B5EF4-FFF2-40B4-BE49-F238E27FC236}">
                <a16:creationId xmlns:a16="http://schemas.microsoft.com/office/drawing/2014/main" id="{90C1FEE0-6CD0-92B0-A06D-17B7D0A3FF71}"/>
              </a:ext>
            </a:extLst>
          </p:cNvPr>
          <p:cNvSpPr/>
          <p:nvPr/>
        </p:nvSpPr>
        <p:spPr>
          <a:xfrm>
            <a:off x="7208194" y="450056"/>
            <a:ext cx="1528466" cy="1521620"/>
          </a:xfrm>
          <a:prstGeom prst="round2Diag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Diagonal Corners Rounded 33">
            <a:extLst>
              <a:ext uri="{FF2B5EF4-FFF2-40B4-BE49-F238E27FC236}">
                <a16:creationId xmlns:a16="http://schemas.microsoft.com/office/drawing/2014/main" id="{C526A89E-29CF-FA49-CB2E-CA8110A6A558}"/>
              </a:ext>
            </a:extLst>
          </p:cNvPr>
          <p:cNvSpPr/>
          <p:nvPr/>
        </p:nvSpPr>
        <p:spPr>
          <a:xfrm>
            <a:off x="8877299" y="440534"/>
            <a:ext cx="3133725" cy="807242"/>
          </a:xfrm>
          <a:prstGeom prst="round2DiagRect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3490624-3312-21ED-C5D6-C0E3CEB4F4D8}"/>
              </a:ext>
            </a:extLst>
          </p:cNvPr>
          <p:cNvSpPr/>
          <p:nvPr/>
        </p:nvSpPr>
        <p:spPr>
          <a:xfrm>
            <a:off x="8877299" y="1426368"/>
            <a:ext cx="3133725" cy="2883696"/>
          </a:xfrm>
          <a:prstGeom prst="roundRect">
            <a:avLst>
              <a:gd name="adj" fmla="val 7946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1F602FC-24E2-CC7F-9D74-ACD36A79170C}"/>
              </a:ext>
            </a:extLst>
          </p:cNvPr>
          <p:cNvSpPr/>
          <p:nvPr/>
        </p:nvSpPr>
        <p:spPr>
          <a:xfrm>
            <a:off x="180976" y="2133600"/>
            <a:ext cx="5424784" cy="2176463"/>
          </a:xfrm>
          <a:prstGeom prst="roundRect">
            <a:avLst>
              <a:gd name="adj" fmla="val 7946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BC12BDA-9775-D499-EAAD-70DD1AB0588A}"/>
              </a:ext>
            </a:extLst>
          </p:cNvPr>
          <p:cNvSpPr/>
          <p:nvPr/>
        </p:nvSpPr>
        <p:spPr>
          <a:xfrm>
            <a:off x="5774894" y="2133600"/>
            <a:ext cx="2944350" cy="2176463"/>
          </a:xfrm>
          <a:prstGeom prst="roundRect">
            <a:avLst>
              <a:gd name="adj" fmla="val 794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: Diagonal Corners Rounded 37">
            <a:extLst>
              <a:ext uri="{FF2B5EF4-FFF2-40B4-BE49-F238E27FC236}">
                <a16:creationId xmlns:a16="http://schemas.microsoft.com/office/drawing/2014/main" id="{3AD1317F-EDE2-E23C-8A1B-89411B006316}"/>
              </a:ext>
            </a:extLst>
          </p:cNvPr>
          <p:cNvSpPr/>
          <p:nvPr/>
        </p:nvSpPr>
        <p:spPr>
          <a:xfrm>
            <a:off x="3455340" y="440533"/>
            <a:ext cx="1528466" cy="1514475"/>
          </a:xfrm>
          <a:prstGeom prst="round2DiagRect">
            <a:avLst/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65B64F8-555E-AAC6-B66A-A138DD05ABCD}"/>
              </a:ext>
            </a:extLst>
          </p:cNvPr>
          <p:cNvSpPr/>
          <p:nvPr/>
        </p:nvSpPr>
        <p:spPr>
          <a:xfrm>
            <a:off x="180976" y="4488655"/>
            <a:ext cx="4386557" cy="2176463"/>
          </a:xfrm>
          <a:prstGeom prst="roundRect">
            <a:avLst>
              <a:gd name="adj" fmla="val 7946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1437199-51EF-CBBF-BF84-1DA0B72EEFFF}"/>
              </a:ext>
            </a:extLst>
          </p:cNvPr>
          <p:cNvSpPr/>
          <p:nvPr/>
        </p:nvSpPr>
        <p:spPr>
          <a:xfrm>
            <a:off x="6586239" y="4488655"/>
            <a:ext cx="5424785" cy="2176463"/>
          </a:xfrm>
          <a:prstGeom prst="roundRect">
            <a:avLst>
              <a:gd name="adj" fmla="val 2128"/>
            </a:avLst>
          </a:prstGeom>
          <a:solidFill>
            <a:schemeClr val="bg1">
              <a:lumMod val="85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77FA51F-E1CB-741A-73B9-62B803E64CB3}"/>
              </a:ext>
            </a:extLst>
          </p:cNvPr>
          <p:cNvSpPr/>
          <p:nvPr/>
        </p:nvSpPr>
        <p:spPr>
          <a:xfrm>
            <a:off x="4736667" y="4495800"/>
            <a:ext cx="1680438" cy="2176463"/>
          </a:xfrm>
          <a:prstGeom prst="roundRect">
            <a:avLst>
              <a:gd name="adj" fmla="val 7946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326F35F-4020-5B51-0AC9-B15088BF6AF8}"/>
              </a:ext>
            </a:extLst>
          </p:cNvPr>
          <p:cNvSpPr/>
          <p:nvPr/>
        </p:nvSpPr>
        <p:spPr>
          <a:xfrm>
            <a:off x="239324" y="500063"/>
            <a:ext cx="2988533" cy="1395413"/>
          </a:xfrm>
          <a:prstGeom prst="roundRect">
            <a:avLst>
              <a:gd name="adj" fmla="val 79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D127A60-58C8-48E1-16D7-6EC83452AB86}"/>
              </a:ext>
            </a:extLst>
          </p:cNvPr>
          <p:cNvSpPr/>
          <p:nvPr/>
        </p:nvSpPr>
        <p:spPr>
          <a:xfrm>
            <a:off x="3937848" y="576264"/>
            <a:ext cx="671512" cy="6715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71E4358-B8FB-B8D7-74F3-56EF0B00317E}"/>
              </a:ext>
            </a:extLst>
          </p:cNvPr>
          <p:cNvSpPr/>
          <p:nvPr/>
        </p:nvSpPr>
        <p:spPr>
          <a:xfrm>
            <a:off x="5774894" y="576264"/>
            <a:ext cx="671512" cy="671512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A95BC13-93D1-4974-1BE6-507678D57D6C}"/>
              </a:ext>
            </a:extLst>
          </p:cNvPr>
          <p:cNvSpPr/>
          <p:nvPr/>
        </p:nvSpPr>
        <p:spPr>
          <a:xfrm>
            <a:off x="7636671" y="597696"/>
            <a:ext cx="671512" cy="671512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601799-E152-643D-B53A-BA8A15602BBE}"/>
              </a:ext>
            </a:extLst>
          </p:cNvPr>
          <p:cNvSpPr/>
          <p:nvPr/>
        </p:nvSpPr>
        <p:spPr>
          <a:xfrm>
            <a:off x="4934097" y="4819653"/>
            <a:ext cx="509586" cy="509586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49FCB67-0980-29D7-600C-03E73A6C10F9}"/>
              </a:ext>
            </a:extLst>
          </p:cNvPr>
          <p:cNvSpPr/>
          <p:nvPr/>
        </p:nvSpPr>
        <p:spPr>
          <a:xfrm>
            <a:off x="4931711" y="5422107"/>
            <a:ext cx="509586" cy="5095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337417B-28AA-AE98-8D9B-D874ADD32557}"/>
              </a:ext>
            </a:extLst>
          </p:cNvPr>
          <p:cNvSpPr/>
          <p:nvPr/>
        </p:nvSpPr>
        <p:spPr>
          <a:xfrm>
            <a:off x="4931711" y="6024561"/>
            <a:ext cx="509586" cy="509586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1" name="Picture 6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244EE4-A997-3DAE-0C77-27AF67C26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704414" y="661743"/>
            <a:ext cx="536026" cy="536026"/>
          </a:xfrm>
          <a:prstGeom prst="rect">
            <a:avLst/>
          </a:prstGeom>
        </p:spPr>
      </p:pic>
      <p:pic>
        <p:nvPicPr>
          <p:cNvPr id="63" name="Picture 6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FB13616-70A6-C5AC-F15D-551BF6630F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70780" flipH="1">
            <a:off x="4521572" y="-2185323"/>
            <a:ext cx="294229" cy="294229"/>
          </a:xfrm>
          <a:prstGeom prst="rect">
            <a:avLst/>
          </a:prstGeom>
        </p:spPr>
      </p:pic>
      <p:pic>
        <p:nvPicPr>
          <p:cNvPr id="67" name="Picture 6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4DC882-661E-77BE-E88F-3CB8D698C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83806" y="5500618"/>
            <a:ext cx="385827" cy="385827"/>
          </a:xfrm>
          <a:prstGeom prst="rect">
            <a:avLst/>
          </a:prstGeom>
        </p:spPr>
      </p:pic>
      <p:pic>
        <p:nvPicPr>
          <p:cNvPr id="71" name="Picture 7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C788D6F-E9B4-8463-5113-F2515A8586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473" y="6101533"/>
            <a:ext cx="400058" cy="400058"/>
          </a:xfrm>
          <a:prstGeom prst="rect">
            <a:avLst/>
          </a:prstGeom>
        </p:spPr>
      </p:pic>
      <p:pic>
        <p:nvPicPr>
          <p:cNvPr id="73" name="Picture 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5E02B51-9CB0-DEC6-61C8-CABC25D9A3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00704" y="4870336"/>
            <a:ext cx="390072" cy="390072"/>
          </a:xfrm>
          <a:prstGeom prst="rect">
            <a:avLst/>
          </a:prstGeom>
        </p:spPr>
      </p:pic>
      <p:pic>
        <p:nvPicPr>
          <p:cNvPr id="75" name="Picture 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CE807BA-0181-A772-FAA1-8FBAA11AB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43668" y="676902"/>
            <a:ext cx="533964" cy="533964"/>
          </a:xfrm>
          <a:prstGeom prst="rect">
            <a:avLst/>
          </a:prstGeom>
        </p:spPr>
      </p:pic>
      <p:pic>
        <p:nvPicPr>
          <p:cNvPr id="77" name="Picture 7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9224212-7E92-BD8C-369C-1ADE263FC6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798" y="654282"/>
            <a:ext cx="561470" cy="561470"/>
          </a:xfrm>
          <a:prstGeom prst="rect">
            <a:avLst/>
          </a:prstGeom>
        </p:spPr>
      </p:pic>
      <p:pic>
        <p:nvPicPr>
          <p:cNvPr id="79" name="Picture 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5377FFD-D3C8-03DB-5A6F-ABE191769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09381">
            <a:off x="250371" y="86973"/>
            <a:ext cx="335645" cy="33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1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Ismaila Mumuni</dc:creator>
  <cp:lastModifiedBy>Utkarsh 27</cp:lastModifiedBy>
  <cp:revision>8</cp:revision>
  <dcterms:created xsi:type="dcterms:W3CDTF">2023-12-06T06:56:06Z</dcterms:created>
  <dcterms:modified xsi:type="dcterms:W3CDTF">2024-05-14T16:46:02Z</dcterms:modified>
</cp:coreProperties>
</file>